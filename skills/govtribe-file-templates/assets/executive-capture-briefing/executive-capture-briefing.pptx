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23d170c2f2e47c8" /><Relationship Type="http://schemas.openxmlformats.org/officeDocument/2006/relationships/extended-properties" Target="/docProps/app.xml" Id="R1f4f2db462cb4e59" /><Relationship Type="http://schemas.openxmlformats.org/officeDocument/2006/relationships/officeDocument" Target="/ppt/presentation.xml" Id="R6e1b5b24cbce4b8f" /></Relationships>
</file>

<file path=ppt/presentation.xml><?xml version="1.0" encoding="utf-8"?>
<p:presentation xmlns:p="http://schemas.openxmlformats.org/presentationml/2006/main">
  <p:sldMasterIdLst>
    <p:sldMasterId xmlns:r="http://schemas.openxmlformats.org/officeDocument/2006/relationships" id="2147483648" r:id="Rd69b066a1f054fbc"/>
  </p:sldMasterIdLst>
  <p:notesMasterIdLst>
    <p:notesMasterId xmlns:r="http://schemas.openxmlformats.org/officeDocument/2006/relationships" r:id="R66869db034354895"/>
  </p:notesMasterIdLst>
  <p:sldIdLst>
    <p:sldId xmlns:r="http://schemas.openxmlformats.org/officeDocument/2006/relationships" id="256" r:id="R9a30d5c498364e40"/>
    <p:sldId xmlns:r="http://schemas.openxmlformats.org/officeDocument/2006/relationships" id="257" r:id="R0a0c06f877f04d3e"/>
    <p:sldId xmlns:r="http://schemas.openxmlformats.org/officeDocument/2006/relationships" id="258" r:id="R270d51b92ea84f41"/>
    <p:sldId xmlns:r="http://schemas.openxmlformats.org/officeDocument/2006/relationships" id="259" r:id="R9f19f9ddb4b34e5b"/>
    <p:sldId xmlns:r="http://schemas.openxmlformats.org/officeDocument/2006/relationships" id="260" r:id="Rf2632b4111214bcc"/>
    <p:sldId xmlns:r="http://schemas.openxmlformats.org/officeDocument/2006/relationships" id="261" r:id="R51b09e0062d340e4"/>
    <p:sldId xmlns:r="http://schemas.openxmlformats.org/officeDocument/2006/relationships" id="262" r:id="Re5b4648f8ae348c8"/>
    <p:sldId xmlns:r="http://schemas.openxmlformats.org/officeDocument/2006/relationships" id="263" r:id="R8f323e217db541d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590385636045ff" /><Relationship Type="http://schemas.openxmlformats.org/officeDocument/2006/relationships/slideMaster" Target="/ppt/slideMasters/slideMaster1.xml" Id="Rd69b066a1f054fbc" /><Relationship Type="http://schemas.openxmlformats.org/officeDocument/2006/relationships/notesMaster" Target="/ppt/notesMasters/notesMaster1.xml" Id="R66869db034354895" /><Relationship Type="http://schemas.openxmlformats.org/officeDocument/2006/relationships/presProps" Target="/ppt/presProps.xml" Id="R3aabeb0b88df411e" /><Relationship Type="http://schemas.openxmlformats.org/officeDocument/2006/relationships/tableStyles" Target="/ppt/tableStyles.xml" Id="Ra6242ed04f7644e2" /><Relationship Type="http://schemas.openxmlformats.org/officeDocument/2006/relationships/slide" Target="/ppt/slides/slide1.xml" Id="R9a30d5c498364e40" /><Relationship Type="http://schemas.openxmlformats.org/officeDocument/2006/relationships/slide" Target="/ppt/slides/slide2.xml" Id="R0a0c06f877f04d3e" /><Relationship Type="http://schemas.openxmlformats.org/officeDocument/2006/relationships/slide" Target="/ppt/slides/slide3.xml" Id="R270d51b92ea84f41" /><Relationship Type="http://schemas.openxmlformats.org/officeDocument/2006/relationships/slide" Target="/ppt/slides/slide4.xml" Id="R9f19f9ddb4b34e5b" /><Relationship Type="http://schemas.openxmlformats.org/officeDocument/2006/relationships/slide" Target="/ppt/slides/slide5.xml" Id="Rf2632b4111214bcc" /><Relationship Type="http://schemas.openxmlformats.org/officeDocument/2006/relationships/slide" Target="/ppt/slides/slide6.xml" Id="R51b09e0062d340e4" /><Relationship Type="http://schemas.openxmlformats.org/officeDocument/2006/relationships/slide" Target="/ppt/slides/slide7.xml" Id="Re5b4648f8ae348c8" /><Relationship Type="http://schemas.openxmlformats.org/officeDocument/2006/relationships/slide" Target="/ppt/slides/slide8.xml" Id="R8f323e217db541d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8145aaa0094d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d57fea255b34a87" /><Relationship Type="http://schemas.openxmlformats.org/officeDocument/2006/relationships/notesMaster" Target="/ppt/notesMasters/notesMaster1.xml" Id="Rd2faa04389ba4c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902cb0ff5e4e3f" /><Relationship Type="http://schemas.openxmlformats.org/officeDocument/2006/relationships/notesMaster" Target="/ppt/notesMasters/notesMaster1.xml" Id="R87e9dbbda48e4d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c86a3d956e4167" /><Relationship Type="http://schemas.openxmlformats.org/officeDocument/2006/relationships/notesMaster" Target="/ppt/notesMasters/notesMaster1.xml" Id="R413aab8fc055481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94407eaf8e4078" /><Relationship Type="http://schemas.openxmlformats.org/officeDocument/2006/relationships/notesMaster" Target="/ppt/notesMasters/notesMaster1.xml" Id="R9069f29f571042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e05c51c13394317" /><Relationship Type="http://schemas.openxmlformats.org/officeDocument/2006/relationships/notesMaster" Target="/ppt/notesMasters/notesMaster1.xml" Id="R2fc7bb27c2ae4d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0a9d96f314c4e08" /><Relationship Type="http://schemas.openxmlformats.org/officeDocument/2006/relationships/notesMaster" Target="/ppt/notesMasters/notesMaster1.xml" Id="R8e57873c9d4241e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cee25b46784157" /><Relationship Type="http://schemas.openxmlformats.org/officeDocument/2006/relationships/notesMaster" Target="/ppt/notesMasters/notesMaster1.xml" Id="R7327302847b34f7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42db753a94844de" /><Relationship Type="http://schemas.openxmlformats.org/officeDocument/2006/relationships/notesMaster" Target="/ppt/notesMasters/notesMaster1.xml" Id="Rc90c01ddf4f1402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MASTER AUTHORING GUIDANCE</a:t>
            </a:r>
          </a:p>
          <a:p xmlns:a="http://schemas.openxmlformats.org/drawingml/2006/main">
            <a:r>
              <a:t>Identify the buyer, opportunity, company and dated evidence. State the actual decision requested. At a presolicitation stage, request a concrete preparation action. Use Bid, No Bid or Unable to assess only when a formal bid decision is appropriate. Replace Logo here with the company supplied asset. Put the buyer agency logo in the separate Agency logo placeholder, using an official or supplied file with its original proportions. Keep unknown values blank; never invent a win probability or government budget.</a:t>
            </a:r>
          </a:p>
          <a:p xmlns:a="http://schemas.openxmlformats.org/drawingml/2006/main">
            <a:r>
              <a:t>Retain the editable authoring source, input evidence and final render. All important labels and quantities remain native. Rebuild and inspect after changes.</a:t>
            </a:r>
          </a:p>
          <a:p xmlns:a="http://schemas.openxmlformats.org/drawingml/2006/main">
            <a:r>
              <a:t>No company or opportunity data are prefilled in the master.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MASTER AUTHORING GUIDANCE</a:t>
            </a:r>
          </a:p>
          <a:p xmlns:a="http://schemas.openxmlformats.org/drawingml/2006/main">
            <a:r>
              <a:t>Select the few buyer needs that change delivery. Keep factual labels native and editable. This workflow groups scope for briefing; it does not replace a requirement-by-requirement compliance matrix. Qualify preliminary scope. Remove irrelevant or empty items.</a:t>
            </a:r>
          </a:p>
          <a:p xmlns:a="http://schemas.openxmlformats.org/drawingml/2006/main">
            <a:r>
              <a:t>Retain the editable authoring source, input evidence and final render. All important labels and quantities remain native. Rebuild and inspect after changes.</a:t>
            </a:r>
          </a:p>
          <a:p xmlns:a="http://schemas.openxmlformats.org/drawingml/2006/main">
            <a:r>
              <a:t>No company or opportunity data are prefilled in the master.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MASTER AUTHORING GUIDANCE</a:t>
            </a:r>
          </a:p>
          <a:p xmlns:a="http://schemas.openxmlformats.org/drawingml/2006/main">
            <a:r>
              <a:t>Read the controlling notice and subsequent changes. Resolve the latest explicit timing statement separately from the latest notice. Omitted timing preserves the prior estimate. An explicit withdrawal or cancellation clears it. Update the cited timing source. Keep the timeline editable; issued notices use filled markers and an anticipated release uses an open marker with a dashed connection. Do not turn search metadata due dates into proposal deadlines. Distinguish anticipated terms from final terms. Cite source pages and dates.</a:t>
            </a:r>
          </a:p>
          <a:p xmlns:a="http://schemas.openxmlformats.org/drawingml/2006/main">
            <a:r>
              <a:t>Retain the editable authoring source, input evidence and final render. All important labels and quantities remain native. Rebuild and inspect after changes.</a:t>
            </a:r>
          </a:p>
          <a:p xmlns:a="http://schemas.openxmlformats.org/drawingml/2006/main">
            <a:r>
              <a:t>No company or opportunity data are prefilled in the master.</a:t>
            </a:r>
          </a:p>
          <a:p xmlns:a="http://schemas.openxmlformats.org/drawingml/2006/main">
            <a:r>
              <a:t/>
            </a:r>
          </a:p>
          <a:p xmlns:a="http://schemas.openxmlformats.org/drawingml/2006/main">
            <a:r>
              <a:t>The editable timeline shows the sequence of issued notices and the current release estimate or status. Marker spacing does not encode duration. An open marker and dashed connection identify an anticipated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MASTER AUTHORING GUIDANCE</a:t>
            </a:r>
          </a:p>
          <a:p xmlns:a="http://schemas.openxmlformats.org/drawingml/2006/main">
            <a:r>
              <a:t>Use evidence for the company and the actual opportunity. Reuse Pass, Fail and Unresolved consistently; omit irrelevant items. A Pass against preliminary scope does not establish compliance with an unpublished RFP. Add rows/slides through the source when needed rather than shrinking fonts.</a:t>
            </a:r>
          </a:p>
          <a:p xmlns:a="http://schemas.openxmlformats.org/drawingml/2006/main">
            <a:r>
              <a:t>Retain the editable authoring source, input evidence and final render. All important labels and quantities remain native. Rebuild and inspect after changes.</a:t>
            </a:r>
          </a:p>
          <a:p xmlns:a="http://schemas.openxmlformats.org/drawingml/2006/main">
            <a:r>
              <a:t>No company or opportunity data are prefilled in the master.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MASTER AUTHORING GUIDANCE</a:t>
            </a:r>
          </a:p>
          <a:p xmlns:a="http://schemas.openxmlformats.org/drawingml/2006/main">
            <a:r>
              <a:t>Compare only credible delivery routes. Use short labeled prose, not a table of long paragraphs. Distinguish a proposed partner from a commitment. Add incumbent or competitor evidence only when verified and useful to the decision.</a:t>
            </a:r>
          </a:p>
          <a:p xmlns:a="http://schemas.openxmlformats.org/drawingml/2006/main">
            <a:r>
              <a:t>Retain the editable authoring source, input evidence and final render. All important labels and quantities remain native. Rebuild and inspect after changes.</a:t>
            </a:r>
          </a:p>
          <a:p xmlns:a="http://schemas.openxmlformats.org/drawingml/2006/main">
            <a:r>
              <a:t>No company or opportunity data are prefilled in the master.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MASTER AUTHORING GUIDANCE</a:t>
            </a:r>
          </a:p>
          <a:p xmlns:a="http://schemas.openxmlformats.org/drawingml/2006/main">
            <a:r>
              <a:t>Use company-approved hours and internal cost assumptions. Do not infer contract value or government selling price from internal capture cost. Use a reader-facing unavailable state for unknown inputs; legitimate zeros are valid. Show hourly-rate precision and round total cost to cents so the displayed calculation reconciles. Costs are calculated from retained inputs. Label currency and period.</a:t>
            </a:r>
          </a:p>
          <a:p xmlns:a="http://schemas.openxmlformats.org/drawingml/2006/main">
            <a:r>
              <a:t>Retain the editable authoring source, input evidence and final render. All important labels and quantities remain native. Rebuild and inspect after changes.</a:t>
            </a:r>
          </a:p>
          <a:p xmlns:a="http://schemas.openxmlformats.org/drawingml/2006/main">
            <a:r>
              <a:t>No company or opportunity data are prefilled in the master.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MASTER AUTHORING GUIDANCE</a:t>
            </a:r>
          </a:p>
          <a:p xmlns:a="http://schemas.openxmlformats.org/drawingml/2006/main">
            <a:r>
              <a:t>Retain only risks that can change the decision or delivery route. State the consequence and the evidence or action needed. Avoid decorative scores, duplicate gate lists and unsupported certainty.</a:t>
            </a:r>
          </a:p>
          <a:p xmlns:a="http://schemas.openxmlformats.org/drawingml/2006/main">
            <a:r>
              <a:t>Retain the editable authoring source, input evidence and final render. All important labels and quantities remain native. Rebuild and inspect after changes.</a:t>
            </a:r>
          </a:p>
          <a:p xmlns:a="http://schemas.openxmlformats.org/drawingml/2006/main">
            <a:r>
              <a:t>No company or opportunity data are prefilled in the master.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MASTER AUTHORING GUIDANCE</a:t>
            </a:r>
          </a:p>
          <a:p xmlns:a="http://schemas.openxmlformats.org/drawingml/2006/main">
            <a:r>
              <a:t>Use Action and Timing columns only. Relative timing is proposed and begins after authorization. Do not invent assigned owners or government due dates. Close with the evidence needed at the next leadership checkpoint.</a:t>
            </a:r>
          </a:p>
          <a:p xmlns:a="http://schemas.openxmlformats.org/drawingml/2006/main">
            <a:r>
              <a:t>Retain the editable authoring source, input evidence and final render. All important labels and quantities remain native. Rebuild and inspect after changes.</a:t>
            </a:r>
          </a:p>
          <a:p xmlns:a="http://schemas.openxmlformats.org/drawingml/2006/main">
            <a:r>
              <a:t>No company or opportunity data are prefilled in the master.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0e14c5eab943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d0f2239229f410b" /><Relationship Type="http://schemas.openxmlformats.org/officeDocument/2006/relationships/slideLayout" Target="/ppt/slideLayouts/slideLayout1.xml" Id="R3621f75bc8314e5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21f75bc8314e5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23ba4f2363745b8" /><Relationship Type="http://schemas.openxmlformats.org/officeDocument/2006/relationships/notesSlide" Target="/ppt/notesSlides/notesSlide1.xml" Id="R5ff60599521749a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adc9b9a5e414a34" /><Relationship Type="http://schemas.openxmlformats.org/officeDocument/2006/relationships/notesSlide" Target="/ppt/notesSlides/notesSlide2.xml" Id="R0e56a507224a4f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9a2aedacd974c10" /><Relationship Type="http://schemas.openxmlformats.org/officeDocument/2006/relationships/notesSlide" Target="/ppt/notesSlides/notesSlide3.xml" Id="Rb9419857c6f34bb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6d17374f30e4487" /><Relationship Type="http://schemas.openxmlformats.org/officeDocument/2006/relationships/notesSlide" Target="/ppt/notesSlides/notesSlide4.xml" Id="R53d3ad56320445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c1f000ca78b4d54" /><Relationship Type="http://schemas.openxmlformats.org/officeDocument/2006/relationships/notesSlide" Target="/ppt/notesSlides/notesSlide5.xml" Id="R9f53983d4c7546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fe73c6330d34acd" /><Relationship Type="http://schemas.openxmlformats.org/officeDocument/2006/relationships/notesSlide" Target="/ppt/notesSlides/notesSlide6.xml" Id="R0dcd97eeb03a409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515b62d9a554402" /><Relationship Type="http://schemas.openxmlformats.org/officeDocument/2006/relationships/notesSlide" Target="/ppt/notesSlides/notesSlide7.xml" Id="R4ab44a15a0b4480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7f91a0355fa43f6" /><Relationship Type="http://schemas.openxmlformats.org/officeDocument/2006/relationships/notesSlide" Target="/ppt/notesSlides/notesSlide8.xml" Id="Rabbbaad056e0452d" /></Relationships>
</file>

<file path=ppt/slides/slide1.xml><?xml version="1.0" encoding="utf-8"?>
<p:sld xmlns:p="http://schemas.openxmlformats.org/presentationml/2006/main">
  <p:cSld>
    <p:bg>
      <p:bgPr>
        <a:solidFill xmlns:a="http://schemas.openxmlformats.org/drawingml/2006/main">
          <a:srgbClr val="17263D"/>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60C6143-80E2-483E-A1ED-3F1ADAA4FEC4}"/>
              </a:ext>
            </a:extLst>
          </p:cNvPr>
          <p:cNvSpPr>
            <a:spLocks xmlns:a="http://schemas.openxmlformats.org/drawingml/2006/main" noGrp="1"/>
          </p:cNvSpPr>
          <p:nvPr/>
        </p:nvSpPr>
        <p:spPr>
          <a:xfrm xmlns:a="http://schemas.openxmlformats.org/drawingml/2006/main">
            <a:off x="685800" y="400050"/>
            <a:ext cx="1619250" cy="419100"/>
          </a:xfrm>
          <a:prstGeom xmlns:a="http://schemas.openxmlformats.org/drawingml/2006/main" prst="rect">
            <a:avLst/>
          </a:prstGeom>
          <a:noFill xmlns:a="http://schemas.openxmlformats.org/drawingml/2006/main"/>
          <a:ln xmlns:a="http://schemas.openxmlformats.org/drawingml/2006/main" w="9525">
            <a:solidFill>
              <a:srgbClr val="8DABBB"/>
            </a:solidFill>
          </a:ln>
        </p:spPr>
      </p:sp>
      <p:sp>
        <p:nvSpPr>
          <p:cNvPr id="2" name="logo-placeholder">
            <a:extLst xmlns:a="http://schemas.openxmlformats.org/drawingml/2006/main">
              <a:ext uri="{FF2B5EF4-FFF2-40B4-BE49-F238E27FC236}">
                <a16:creationId xmlns:a16="http://schemas.microsoft.com/office/drawing/2014/main" id="{9C3524AA-E1AC-4C8B-8EFD-3CE03E22380C}"/>
              </a:ext>
            </a:extLst>
          </p:cNvPr>
          <p:cNvSpPr>
            <a:spLocks xmlns:a="http://schemas.openxmlformats.org/drawingml/2006/main" noGrp="1"/>
          </p:cNvSpPr>
          <p:nvPr/>
        </p:nvSpPr>
        <p:spPr>
          <a:xfrm xmlns:a="http://schemas.openxmlformats.org/drawingml/2006/main">
            <a:off x="828675" y="476250"/>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Logo here</a:t>
            </a:r>
          </a:p>
        </p:txBody>
      </p:sp>
      <p:sp>
        <p:nvSpPr>
          <p:cNvPr id="3" name="as-of">
            <a:extLst xmlns:a="http://schemas.openxmlformats.org/drawingml/2006/main">
              <a:ext uri="{FF2B5EF4-FFF2-40B4-BE49-F238E27FC236}">
                <a16:creationId xmlns:a16="http://schemas.microsoft.com/office/drawing/2014/main" id="{7FB65140-C912-4854-8D5F-2BA36F0A7857}"/>
              </a:ext>
            </a:extLst>
          </p:cNvPr>
          <p:cNvSpPr>
            <a:spLocks xmlns:a="http://schemas.openxmlformats.org/drawingml/2006/main" noGrp="1"/>
          </p:cNvSpPr>
          <p:nvPr/>
        </p:nvSpPr>
        <p:spPr>
          <a:xfrm xmlns:a="http://schemas.openxmlformats.org/drawingml/2006/main">
            <a:off x="8810625" y="485775"/>
            <a:ext cx="26955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A7DADB"/>
                </a:solidFill>
                <a:latin typeface="Arial"/>
                <a:ea typeface="Arial"/>
                <a:cs typeface="Arial"/>
              </a:defRPr>
            </a:pPr>
            <a:r>
              <a:rPr sz="1800" b="0">
                <a:solidFill>
                  <a:srgbClr val="A7DADB"/>
                </a:solidFill>
                <a:latin typeface="Arial"/>
                <a:ea typeface="Arial"/>
                <a:cs typeface="Arial"/>
              </a:rPr>
              <a:t>[As-of date]</a:t>
            </a:r>
          </a:p>
        </p:txBody>
      </p:sp>
      <p:sp>
        <p:nvSpPr>
          <p:cNvPr id="4" name="">
            <a:extLst xmlns:a="http://schemas.openxmlformats.org/drawingml/2006/main">
              <a:ext uri="{FF2B5EF4-FFF2-40B4-BE49-F238E27FC236}">
                <a16:creationId xmlns:a16="http://schemas.microsoft.com/office/drawing/2014/main" id="{7078434E-279E-41D8-BD2B-993CB1CCEEC3}"/>
              </a:ext>
            </a:extLst>
          </p:cNvPr>
          <p:cNvSpPr>
            <a:spLocks xmlns:a="http://schemas.openxmlformats.org/drawingml/2006/main" noGrp="1"/>
          </p:cNvSpPr>
          <p:nvPr/>
        </p:nvSpPr>
        <p:spPr>
          <a:xfrm xmlns:a="http://schemas.openxmlformats.org/drawingml/2006/main">
            <a:off x="9867900" y="1104900"/>
            <a:ext cx="1638300" cy="819150"/>
          </a:xfrm>
          <a:prstGeom xmlns:a="http://schemas.openxmlformats.org/drawingml/2006/main" prst="rect">
            <a:avLst/>
          </a:prstGeom>
          <a:noFill xmlns:a="http://schemas.openxmlformats.org/drawingml/2006/main"/>
          <a:ln xmlns:a="http://schemas.openxmlformats.org/drawingml/2006/main" w="9525">
            <a:solidFill>
              <a:srgbClr val="8DABBB"/>
            </a:solidFill>
          </a:ln>
        </p:spPr>
      </p:sp>
      <p:sp>
        <p:nvSpPr>
          <p:cNvPr id="5" name="agency-logo-placeholder">
            <a:extLst xmlns:a="http://schemas.openxmlformats.org/drawingml/2006/main">
              <a:ext uri="{FF2B5EF4-FFF2-40B4-BE49-F238E27FC236}">
                <a16:creationId xmlns:a16="http://schemas.microsoft.com/office/drawing/2014/main" id="{956A9845-3C77-4CE1-95C7-9F91F3640ADA}"/>
              </a:ext>
            </a:extLst>
          </p:cNvPr>
          <p:cNvSpPr>
            <a:spLocks xmlns:a="http://schemas.openxmlformats.org/drawingml/2006/main" noGrp="1"/>
          </p:cNvSpPr>
          <p:nvPr/>
        </p:nvSpPr>
        <p:spPr>
          <a:xfrm xmlns:a="http://schemas.openxmlformats.org/drawingml/2006/main">
            <a:off x="9972675" y="1371600"/>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Agency logo</a:t>
            </a:r>
          </a:p>
        </p:txBody>
      </p:sp>
      <p:sp>
        <p:nvSpPr>
          <p:cNvPr id="6" name="buyer">
            <a:extLst xmlns:a="http://schemas.openxmlformats.org/drawingml/2006/main">
              <a:ext uri="{FF2B5EF4-FFF2-40B4-BE49-F238E27FC236}">
                <a16:creationId xmlns:a16="http://schemas.microsoft.com/office/drawing/2014/main" id="{23DC82B8-290C-4829-A400-919CE7D216C2}"/>
              </a:ext>
            </a:extLst>
          </p:cNvPr>
          <p:cNvSpPr>
            <a:spLocks xmlns:a="http://schemas.openxmlformats.org/drawingml/2006/main" noGrp="1"/>
          </p:cNvSpPr>
          <p:nvPr/>
        </p:nvSpPr>
        <p:spPr>
          <a:xfrm xmlns:a="http://schemas.openxmlformats.org/drawingml/2006/main">
            <a:off x="685800" y="1438275"/>
            <a:ext cx="8705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A7DADB"/>
                </a:solidFill>
                <a:latin typeface="Arial"/>
                <a:ea typeface="Arial"/>
                <a:cs typeface="Arial"/>
              </a:defRPr>
            </a:pPr>
            <a:r>
              <a:rPr sz="2250" b="0">
                <a:solidFill>
                  <a:srgbClr val="A7DADB"/>
                </a:solidFill>
                <a:latin typeface="Arial"/>
                <a:ea typeface="Arial"/>
                <a:cs typeface="Arial"/>
              </a:rPr>
              <a:t>[Buyer / agency]</a:t>
            </a:r>
          </a:p>
        </p:txBody>
      </p:sp>
      <p:sp>
        <p:nvSpPr>
          <p:cNvPr id="7" name="opportunity-title">
            <a:extLst xmlns:a="http://schemas.openxmlformats.org/drawingml/2006/main">
              <a:ext uri="{FF2B5EF4-FFF2-40B4-BE49-F238E27FC236}">
                <a16:creationId xmlns:a16="http://schemas.microsoft.com/office/drawing/2014/main" id="{D20D13BC-98C5-41D8-8DE4-7196130611F1}"/>
              </a:ext>
            </a:extLst>
          </p:cNvPr>
          <p:cNvSpPr>
            <a:spLocks xmlns:a="http://schemas.openxmlformats.org/drawingml/2006/main" noGrp="1"/>
          </p:cNvSpPr>
          <p:nvPr/>
        </p:nvSpPr>
        <p:spPr>
          <a:xfrm xmlns:a="http://schemas.openxmlformats.org/drawingml/2006/main">
            <a:off x="685800" y="2028825"/>
            <a:ext cx="108204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a:solidFill>
                  <a:srgbClr val="FFFFFF"/>
                </a:solidFill>
                <a:latin typeface="Arial"/>
                <a:ea typeface="Arial"/>
                <a:cs typeface="Arial"/>
              </a:defRPr>
            </a:pPr>
            <a:r>
              <a:rPr sz="4200" b="1">
                <a:solidFill>
                  <a:srgbClr val="FFFFFF"/>
                </a:solidFill>
                <a:latin typeface="Arial"/>
                <a:ea typeface="Arial"/>
                <a:cs typeface="Arial"/>
              </a:rPr>
              <a:t>[Opportunity or program title]</a:t>
            </a:r>
          </a:p>
        </p:txBody>
      </p:sp>
      <p:sp>
        <p:nvSpPr>
          <p:cNvPr id="8" name="solicitation-stage">
            <a:extLst xmlns:a="http://schemas.openxmlformats.org/drawingml/2006/main">
              <a:ext uri="{FF2B5EF4-FFF2-40B4-BE49-F238E27FC236}">
                <a16:creationId xmlns:a16="http://schemas.microsoft.com/office/drawing/2014/main" id="{13867DA6-26B9-4A3F-8350-2158593BDAF6}"/>
              </a:ext>
            </a:extLst>
          </p:cNvPr>
          <p:cNvSpPr>
            <a:spLocks xmlns:a="http://schemas.openxmlformats.org/drawingml/2006/main" noGrp="1"/>
          </p:cNvSpPr>
          <p:nvPr/>
        </p:nvSpPr>
        <p:spPr>
          <a:xfrm xmlns:a="http://schemas.openxmlformats.org/drawingml/2006/main">
            <a:off x="685800" y="32861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A7DADB"/>
                </a:solidFill>
                <a:latin typeface="Arial"/>
                <a:ea typeface="Arial"/>
                <a:cs typeface="Arial"/>
              </a:defRPr>
            </a:pPr>
            <a:r>
              <a:rPr sz="1800" b="0">
                <a:solidFill>
                  <a:srgbClr val="A7DADB"/>
                </a:solidFill>
                <a:latin typeface="Arial"/>
                <a:ea typeface="Arial"/>
                <a:cs typeface="Arial"/>
              </a:rPr>
              <a:t>[Solicitation / record ID]  |  [Buying stage]</a:t>
            </a:r>
          </a:p>
        </p:txBody>
      </p:sp>
      <p:sp>
        <p:nvSpPr>
          <p:cNvPr id="9" name="decision-label">
            <a:extLst xmlns:a="http://schemas.openxmlformats.org/drawingml/2006/main">
              <a:ext uri="{FF2B5EF4-FFF2-40B4-BE49-F238E27FC236}">
                <a16:creationId xmlns:a16="http://schemas.microsoft.com/office/drawing/2014/main" id="{356562BA-411E-45A1-A868-C17FE9FAEF5F}"/>
              </a:ext>
            </a:extLst>
          </p:cNvPr>
          <p:cNvSpPr>
            <a:spLocks xmlns:a="http://schemas.openxmlformats.org/drawingml/2006/main" noGrp="1"/>
          </p:cNvSpPr>
          <p:nvPr/>
        </p:nvSpPr>
        <p:spPr>
          <a:xfrm xmlns:a="http://schemas.openxmlformats.org/drawingml/2006/main">
            <a:off x="685800" y="40005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A7DADB"/>
                </a:solidFill>
                <a:latin typeface="Arial"/>
                <a:ea typeface="Arial"/>
                <a:cs typeface="Arial"/>
              </a:defRPr>
            </a:pPr>
            <a:r>
              <a:rPr sz="1800" b="1">
                <a:solidFill>
                  <a:srgbClr val="A7DADB"/>
                </a:solidFill>
                <a:latin typeface="Arial"/>
                <a:ea typeface="Arial"/>
                <a:cs typeface="Arial"/>
              </a:rPr>
              <a:t>Decision requested</a:t>
            </a:r>
          </a:p>
        </p:txBody>
      </p:sp>
      <p:sp>
        <p:nvSpPr>
          <p:cNvPr id="10" name="decision">
            <a:extLst xmlns:a="http://schemas.openxmlformats.org/drawingml/2006/main">
              <a:ext uri="{FF2B5EF4-FFF2-40B4-BE49-F238E27FC236}">
                <a16:creationId xmlns:a16="http://schemas.microsoft.com/office/drawing/2014/main" id="{080C0652-9F8C-4E76-9CBB-37917EBF1A12}"/>
              </a:ext>
            </a:extLst>
          </p:cNvPr>
          <p:cNvSpPr>
            <a:spLocks xmlns:a="http://schemas.openxmlformats.org/drawingml/2006/main" noGrp="1"/>
          </p:cNvSpPr>
          <p:nvPr/>
        </p:nvSpPr>
        <p:spPr>
          <a:xfrm xmlns:a="http://schemas.openxmlformats.org/drawingml/2006/main">
            <a:off x="685800" y="44005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[Specific action leadership should authorize]</a:t>
            </a:r>
          </a:p>
        </p:txBody>
      </p:sp>
      <p:sp>
        <p:nvSpPr>
          <p:cNvPr id="11" name="why-now">
            <a:extLst xmlns:a="http://schemas.openxmlformats.org/drawingml/2006/main">
              <a:ext uri="{FF2B5EF4-FFF2-40B4-BE49-F238E27FC236}">
                <a16:creationId xmlns:a16="http://schemas.microsoft.com/office/drawing/2014/main" id="{C27114E1-0F51-4546-B8A1-5B043AAA79F8}"/>
              </a:ext>
            </a:extLst>
          </p:cNvPr>
          <p:cNvSpPr>
            <a:spLocks xmlns:a="http://schemas.openxmlformats.org/drawingml/2006/main" noGrp="1"/>
          </p:cNvSpPr>
          <p:nvPr/>
        </p:nvSpPr>
        <p:spPr>
          <a:xfrm xmlns:a="http://schemas.openxmlformats.org/drawingml/2006/main">
            <a:off x="685800" y="536257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[Why the decision is needed now — source]</a:t>
            </a:r>
          </a:p>
        </p:txBody>
      </p:sp>
      <p:sp>
        <p:nvSpPr>
          <p:cNvPr id="12" name="">
            <a:extLst xmlns:a="http://schemas.openxmlformats.org/drawingml/2006/main">
              <a:ext uri="{FF2B5EF4-FFF2-40B4-BE49-F238E27FC236}">
                <a16:creationId xmlns:a16="http://schemas.microsoft.com/office/drawing/2014/main" id="{20B22186-5C2B-4529-B261-8605449A99AF}"/>
              </a:ext>
            </a:extLst>
          </p:cNvPr>
          <p:cNvSpPr>
            <a:spLocks xmlns:a="http://schemas.openxmlformats.org/drawingml/2006/main" noGrp="1"/>
          </p:cNvSpPr>
          <p:nvPr/>
        </p:nvSpPr>
        <p:spPr>
          <a:xfrm xmlns:a="http://schemas.openxmlformats.org/drawingml/2006/main">
            <a:off x="685800" y="6115050"/>
            <a:ext cx="10820400" cy="0"/>
          </a:xfrm>
          <a:prstGeom xmlns:a="http://schemas.openxmlformats.org/drawingml/2006/main" prst="line">
            <a:avLst/>
          </a:prstGeom>
          <a:noFill xmlns:a="http://schemas.openxmlformats.org/drawingml/2006/main"/>
          <a:ln xmlns:a="http://schemas.openxmlformats.org/drawingml/2006/main" w="9525">
            <a:solidFill>
              <a:srgbClr val="52647A"/>
            </a:solidFill>
          </a:ln>
        </p:spPr>
      </p:sp>
      <p:sp>
        <p:nvSpPr>
          <p:cNvPr id="13" name="source-reference">
            <a:extLst xmlns:a="http://schemas.openxmlformats.org/drawingml/2006/main">
              <a:ext uri="{FF2B5EF4-FFF2-40B4-BE49-F238E27FC236}">
                <a16:creationId xmlns:a16="http://schemas.microsoft.com/office/drawing/2014/main" id="{5958EBEB-CA43-43CF-920E-55A585BD88EE}"/>
              </a:ext>
            </a:extLst>
          </p:cNvPr>
          <p:cNvSpPr>
            <a:spLocks xmlns:a="http://schemas.openxmlformats.org/drawingml/2006/main" noGrp="1"/>
          </p:cNvSpPr>
          <p:nvPr/>
        </p:nvSpPr>
        <p:spPr>
          <a:xfrm xmlns:a="http://schemas.openxmlformats.org/drawingml/2006/main">
            <a:off x="685800" y="6286500"/>
            <a:ext cx="976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A7DADB"/>
                </a:solidFill>
                <a:latin typeface="Arial"/>
                <a:ea typeface="Arial"/>
                <a:cs typeface="Arial"/>
              </a:defRPr>
            </a:pPr>
            <a:r>
              <a:rPr sz="1800" b="0">
                <a:solidFill>
                  <a:srgbClr val="A7DADB"/>
                </a:solidFill>
                <a:latin typeface="Arial"/>
                <a:ea typeface="Arial"/>
                <a:cs typeface="Arial"/>
              </a:rPr>
              <a:t>[Company name]</a:t>
            </a:r>
          </a:p>
        </p:txBody>
      </p:sp>
      <p:sp>
        <p:nvSpPr>
          <p:cNvPr id="14" name="slide-number">
            <a:extLst xmlns:a="http://schemas.openxmlformats.org/drawingml/2006/main">
              <a:ext uri="{FF2B5EF4-FFF2-40B4-BE49-F238E27FC236}">
                <a16:creationId xmlns:a16="http://schemas.microsoft.com/office/drawing/2014/main" id="{8BDD47F8-117E-4EBD-8E66-D584F74C3184}"/>
              </a:ext>
            </a:extLst>
          </p:cNvPr>
          <p:cNvSpPr>
            <a:spLocks xmlns:a="http://schemas.openxmlformats.org/drawingml/2006/main" noGrp="1"/>
          </p:cNvSpPr>
          <p:nvPr/>
        </p:nvSpPr>
        <p:spPr>
          <a:xfrm xmlns:a="http://schemas.openxmlformats.org/drawingml/2006/main">
            <a:off x="10839450" y="62865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FFFFFF"/>
                </a:solidFill>
                <a:latin typeface="Arial"/>
                <a:ea typeface="Arial"/>
                <a:cs typeface="Arial"/>
              </a:defRPr>
            </a:pPr>
            <a:r>
              <a:rPr sz="1800" b="0">
                <a:solidFill>
                  <a:srgbClr val="FFFFFF"/>
                </a:solidFill>
                <a:latin typeface="Arial"/>
                <a:ea typeface="Arial"/>
                <a:cs typeface="Arial"/>
              </a:rPr>
              <a:t>1 / 8</a:t>
            </a:r>
          </a:p>
        </p:txBody>
      </p:sp>
    </p:spTree>
    <p:extLst>
      <p:ext uri="{BB962C8B-B14F-4D97-AF65-F5344CB8AC3E}">
        <p14:creationId xmlns:p14="http://schemas.microsoft.com/office/powerpoint/2010/main" val="150734493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lide-title">
            <a:extLst xmlns:a="http://schemas.openxmlformats.org/drawingml/2006/main">
              <a:ext uri="{FF2B5EF4-FFF2-40B4-BE49-F238E27FC236}">
                <a16:creationId xmlns:a16="http://schemas.microsoft.com/office/drawing/2014/main" id="{7D56C911-7C78-40FE-9DF1-9E61FF080BDA}"/>
              </a:ext>
            </a:extLst>
          </p:cNvPr>
          <p:cNvSpPr>
            <a:spLocks xmlns:a="http://schemas.openxmlformats.org/drawingml/2006/main" noGrp="1"/>
          </p:cNvSpPr>
          <p:nvPr/>
        </p:nvSpPr>
        <p:spPr>
          <a:xfrm xmlns:a="http://schemas.openxmlformats.org/drawingml/2006/main">
            <a:off x="685800" y="4381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63D"/>
                </a:solidFill>
                <a:latin typeface="Arial"/>
                <a:ea typeface="Arial"/>
                <a:cs typeface="Arial"/>
              </a:defRPr>
            </a:pPr>
            <a:r>
              <a:rPr sz="3300" b="1">
                <a:solidFill>
                  <a:srgbClr val="17263D"/>
                </a:solidFill>
                <a:latin typeface="Arial"/>
                <a:ea typeface="Arial"/>
                <a:cs typeface="Arial"/>
              </a:rPr>
              <a:t>Buyer priorities</a:t>
            </a:r>
          </a:p>
        </p:txBody>
      </p:sp>
      <p:sp>
        <p:nvSpPr>
          <p:cNvPr id="2" name="slide-lead">
            <a:extLst xmlns:a="http://schemas.openxmlformats.org/drawingml/2006/main">
              <a:ext uri="{FF2B5EF4-FFF2-40B4-BE49-F238E27FC236}">
                <a16:creationId xmlns:a16="http://schemas.microsoft.com/office/drawing/2014/main" id="{B74B7D19-EAC4-4E79-9E87-7A9F6A104539}"/>
              </a:ext>
            </a:extLst>
          </p:cNvPr>
          <p:cNvSpPr>
            <a:spLocks xmlns:a="http://schemas.openxmlformats.org/drawingml/2006/main" noGrp="1"/>
          </p:cNvSpPr>
          <p:nvPr/>
        </p:nvSpPr>
        <p:spPr>
          <a:xfrm xmlns:a="http://schemas.openxmlformats.org/drawingml/2006/main">
            <a:off x="685800" y="11715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Arial"/>
                <a:ea typeface="Arial"/>
                <a:cs typeface="Arial"/>
              </a:defRPr>
            </a:pPr>
            <a:r>
              <a:rPr sz="1950" b="0">
                <a:solidFill>
                  <a:srgbClr val="516174"/>
                </a:solidFill>
                <a:latin typeface="Arial"/>
                <a:ea typeface="Arial"/>
                <a:cs typeface="Arial"/>
              </a:rPr>
              <a:t>[The operational need this acquisition addresses]</a:t>
            </a:r>
          </a:p>
        </p:txBody>
      </p:sp>
      <p:sp>
        <p:nvSpPr>
          <p:cNvPr id="3" name="placeholder-1-number">
            <a:extLst xmlns:a="http://schemas.openxmlformats.org/drawingml/2006/main">
              <a:ext uri="{FF2B5EF4-FFF2-40B4-BE49-F238E27FC236}">
                <a16:creationId xmlns:a16="http://schemas.microsoft.com/office/drawing/2014/main" id="{BC8E0C5A-677F-4969-8C03-6D7F933FB6D6}"/>
              </a:ext>
            </a:extLst>
          </p:cNvPr>
          <p:cNvSpPr>
            <a:spLocks xmlns:a="http://schemas.openxmlformats.org/drawingml/2006/main" noGrp="1"/>
          </p:cNvSpPr>
          <p:nvPr/>
        </p:nvSpPr>
        <p:spPr>
          <a:xfrm xmlns:a="http://schemas.openxmlformats.org/drawingml/2006/main">
            <a:off x="685800" y="2124075"/>
            <a:ext cx="2519363"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47D80"/>
                </a:solidFill>
                <a:latin typeface="Arial"/>
                <a:ea typeface="Arial"/>
                <a:cs typeface="Arial"/>
              </a:defRPr>
            </a:pPr>
            <a:r>
              <a:rPr sz="3600" b="1">
                <a:solidFill>
                  <a:srgbClr val="247D80"/>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E04C858F-69D6-4956-9982-019C0AEB90D6}"/>
              </a:ext>
            </a:extLst>
          </p:cNvPr>
          <p:cNvSpPr>
            <a:spLocks xmlns:a="http://schemas.openxmlformats.org/drawingml/2006/main" noGrp="1"/>
          </p:cNvSpPr>
          <p:nvPr/>
        </p:nvSpPr>
        <p:spPr>
          <a:xfrm xmlns:a="http://schemas.openxmlformats.org/drawingml/2006/main">
            <a:off x="685800" y="2952750"/>
            <a:ext cx="2519363" cy="0"/>
          </a:xfrm>
          <a:prstGeom xmlns:a="http://schemas.openxmlformats.org/drawingml/2006/main" prst="line">
            <a:avLst/>
          </a:prstGeom>
          <a:noFill xmlns:a="http://schemas.openxmlformats.org/drawingml/2006/main"/>
          <a:ln xmlns:a="http://schemas.openxmlformats.org/drawingml/2006/main" w="9525">
            <a:solidFill>
              <a:srgbClr val="247D80"/>
            </a:solidFill>
          </a:ln>
        </p:spPr>
      </p:sp>
      <p:sp>
        <p:nvSpPr>
          <p:cNvPr id="5" name="placeholder-1-title">
            <a:extLst xmlns:a="http://schemas.openxmlformats.org/drawingml/2006/main">
              <a:ext uri="{FF2B5EF4-FFF2-40B4-BE49-F238E27FC236}">
                <a16:creationId xmlns:a16="http://schemas.microsoft.com/office/drawing/2014/main" id="{6846FCB4-3202-4B48-8019-0DAC02D92D58}"/>
              </a:ext>
            </a:extLst>
          </p:cNvPr>
          <p:cNvSpPr>
            <a:spLocks xmlns:a="http://schemas.openxmlformats.org/drawingml/2006/main" noGrp="1"/>
          </p:cNvSpPr>
          <p:nvPr/>
        </p:nvSpPr>
        <p:spPr>
          <a:xfrm xmlns:a="http://schemas.openxmlformats.org/drawingml/2006/main">
            <a:off x="685800" y="3171825"/>
            <a:ext cx="2519363"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63D"/>
                </a:solidFill>
                <a:latin typeface="Arial"/>
                <a:ea typeface="Arial"/>
                <a:cs typeface="Arial"/>
              </a:defRPr>
            </a:pPr>
            <a:r>
              <a:rPr sz="2250" b="1">
                <a:solidFill>
                  <a:srgbClr val="17263D"/>
                </a:solidFill>
                <a:latin typeface="Arial"/>
                <a:ea typeface="Arial"/>
                <a:cs typeface="Arial"/>
              </a:rPr>
              <a:t>[Priority 1]</a:t>
            </a:r>
          </a:p>
        </p:txBody>
      </p:sp>
      <p:sp>
        <p:nvSpPr>
          <p:cNvPr id="6" name="placeholder-1-detail">
            <a:extLst xmlns:a="http://schemas.openxmlformats.org/drawingml/2006/main">
              <a:ext uri="{FF2B5EF4-FFF2-40B4-BE49-F238E27FC236}">
                <a16:creationId xmlns:a16="http://schemas.microsoft.com/office/drawing/2014/main" id="{2764EE9E-371C-4F2C-8429-482278566BAA}"/>
              </a:ext>
            </a:extLst>
          </p:cNvPr>
          <p:cNvSpPr>
            <a:spLocks xmlns:a="http://schemas.openxmlformats.org/drawingml/2006/main" noGrp="1"/>
          </p:cNvSpPr>
          <p:nvPr/>
        </p:nvSpPr>
        <p:spPr>
          <a:xfrm xmlns:a="http://schemas.openxmlformats.org/drawingml/2006/main">
            <a:off x="685800" y="3743325"/>
            <a:ext cx="251936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[What the buyer</a:t>
            </a:r>
          </a:p>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needs]</a:t>
            </a:r>
          </a:p>
        </p:txBody>
      </p:sp>
      <p:sp>
        <p:nvSpPr>
          <p:cNvPr id="7" name="placeholder-2-number">
            <a:extLst xmlns:a="http://schemas.openxmlformats.org/drawingml/2006/main">
              <a:ext uri="{FF2B5EF4-FFF2-40B4-BE49-F238E27FC236}">
                <a16:creationId xmlns:a16="http://schemas.microsoft.com/office/drawing/2014/main" id="{0B9987B8-B0E5-4877-9E25-ABAE4AE1A12D}"/>
              </a:ext>
            </a:extLst>
          </p:cNvPr>
          <p:cNvSpPr>
            <a:spLocks xmlns:a="http://schemas.openxmlformats.org/drawingml/2006/main" noGrp="1"/>
          </p:cNvSpPr>
          <p:nvPr/>
        </p:nvSpPr>
        <p:spPr>
          <a:xfrm xmlns:a="http://schemas.openxmlformats.org/drawingml/2006/main">
            <a:off x="3452813" y="2124075"/>
            <a:ext cx="2519363"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47D80"/>
                </a:solidFill>
                <a:latin typeface="Arial"/>
                <a:ea typeface="Arial"/>
                <a:cs typeface="Arial"/>
              </a:defRPr>
            </a:pPr>
            <a:r>
              <a:rPr sz="3600" b="1">
                <a:solidFill>
                  <a:srgbClr val="247D80"/>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A243D220-3F3D-4488-836F-D9E32C092BEB}"/>
              </a:ext>
            </a:extLst>
          </p:cNvPr>
          <p:cNvSpPr>
            <a:spLocks xmlns:a="http://schemas.openxmlformats.org/drawingml/2006/main" noGrp="1"/>
          </p:cNvSpPr>
          <p:nvPr/>
        </p:nvSpPr>
        <p:spPr>
          <a:xfrm xmlns:a="http://schemas.openxmlformats.org/drawingml/2006/main">
            <a:off x="3452813" y="2952750"/>
            <a:ext cx="2519363" cy="0"/>
          </a:xfrm>
          <a:prstGeom xmlns:a="http://schemas.openxmlformats.org/drawingml/2006/main" prst="line">
            <a:avLst/>
          </a:prstGeom>
          <a:noFill xmlns:a="http://schemas.openxmlformats.org/drawingml/2006/main"/>
          <a:ln xmlns:a="http://schemas.openxmlformats.org/drawingml/2006/main" w="9525">
            <a:solidFill>
              <a:srgbClr val="247D80"/>
            </a:solidFill>
          </a:ln>
        </p:spPr>
      </p:sp>
      <p:sp>
        <p:nvSpPr>
          <p:cNvPr id="9" name="placeholder-2-title">
            <a:extLst xmlns:a="http://schemas.openxmlformats.org/drawingml/2006/main">
              <a:ext uri="{FF2B5EF4-FFF2-40B4-BE49-F238E27FC236}">
                <a16:creationId xmlns:a16="http://schemas.microsoft.com/office/drawing/2014/main" id="{6E94AEE3-3CBE-4418-BFA3-08F9FB9410CB}"/>
              </a:ext>
            </a:extLst>
          </p:cNvPr>
          <p:cNvSpPr>
            <a:spLocks xmlns:a="http://schemas.openxmlformats.org/drawingml/2006/main" noGrp="1"/>
          </p:cNvSpPr>
          <p:nvPr/>
        </p:nvSpPr>
        <p:spPr>
          <a:xfrm xmlns:a="http://schemas.openxmlformats.org/drawingml/2006/main">
            <a:off x="3452813" y="3171825"/>
            <a:ext cx="2519363"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63D"/>
                </a:solidFill>
                <a:latin typeface="Arial"/>
                <a:ea typeface="Arial"/>
                <a:cs typeface="Arial"/>
              </a:defRPr>
            </a:pPr>
            <a:r>
              <a:rPr sz="2250" b="1">
                <a:solidFill>
                  <a:srgbClr val="17263D"/>
                </a:solidFill>
                <a:latin typeface="Arial"/>
                <a:ea typeface="Arial"/>
                <a:cs typeface="Arial"/>
              </a:rPr>
              <a:t>[Priority 2]</a:t>
            </a:r>
          </a:p>
        </p:txBody>
      </p:sp>
      <p:sp>
        <p:nvSpPr>
          <p:cNvPr id="10" name="placeholder-2-detail">
            <a:extLst xmlns:a="http://schemas.openxmlformats.org/drawingml/2006/main">
              <a:ext uri="{FF2B5EF4-FFF2-40B4-BE49-F238E27FC236}">
                <a16:creationId xmlns:a16="http://schemas.microsoft.com/office/drawing/2014/main" id="{F24D2F4D-9665-44C7-8685-45B5787B5719}"/>
              </a:ext>
            </a:extLst>
          </p:cNvPr>
          <p:cNvSpPr>
            <a:spLocks xmlns:a="http://schemas.openxmlformats.org/drawingml/2006/main" noGrp="1"/>
          </p:cNvSpPr>
          <p:nvPr/>
        </p:nvSpPr>
        <p:spPr>
          <a:xfrm xmlns:a="http://schemas.openxmlformats.org/drawingml/2006/main">
            <a:off x="3452813" y="3743325"/>
            <a:ext cx="251936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[What the buyer</a:t>
            </a:r>
          </a:p>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needs]</a:t>
            </a:r>
          </a:p>
        </p:txBody>
      </p:sp>
      <p:sp>
        <p:nvSpPr>
          <p:cNvPr id="11" name="placeholder-3-number">
            <a:extLst xmlns:a="http://schemas.openxmlformats.org/drawingml/2006/main">
              <a:ext uri="{FF2B5EF4-FFF2-40B4-BE49-F238E27FC236}">
                <a16:creationId xmlns:a16="http://schemas.microsoft.com/office/drawing/2014/main" id="{FA51FC05-048E-4A9F-87C3-26743F5EFB04}"/>
              </a:ext>
            </a:extLst>
          </p:cNvPr>
          <p:cNvSpPr>
            <a:spLocks xmlns:a="http://schemas.openxmlformats.org/drawingml/2006/main" noGrp="1"/>
          </p:cNvSpPr>
          <p:nvPr/>
        </p:nvSpPr>
        <p:spPr>
          <a:xfrm xmlns:a="http://schemas.openxmlformats.org/drawingml/2006/main">
            <a:off x="6219825" y="2124075"/>
            <a:ext cx="2519363"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47D80"/>
                </a:solidFill>
                <a:latin typeface="Arial"/>
                <a:ea typeface="Arial"/>
                <a:cs typeface="Arial"/>
              </a:defRPr>
            </a:pPr>
            <a:r>
              <a:rPr sz="3600" b="1">
                <a:solidFill>
                  <a:srgbClr val="247D80"/>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20140C61-8F2A-46D8-813F-D400D649A663}"/>
              </a:ext>
            </a:extLst>
          </p:cNvPr>
          <p:cNvSpPr>
            <a:spLocks xmlns:a="http://schemas.openxmlformats.org/drawingml/2006/main" noGrp="1"/>
          </p:cNvSpPr>
          <p:nvPr/>
        </p:nvSpPr>
        <p:spPr>
          <a:xfrm xmlns:a="http://schemas.openxmlformats.org/drawingml/2006/main">
            <a:off x="6219825" y="2952750"/>
            <a:ext cx="2519363" cy="0"/>
          </a:xfrm>
          <a:prstGeom xmlns:a="http://schemas.openxmlformats.org/drawingml/2006/main" prst="line">
            <a:avLst/>
          </a:prstGeom>
          <a:noFill xmlns:a="http://schemas.openxmlformats.org/drawingml/2006/main"/>
          <a:ln xmlns:a="http://schemas.openxmlformats.org/drawingml/2006/main" w="9525">
            <a:solidFill>
              <a:srgbClr val="247D80"/>
            </a:solidFill>
          </a:ln>
        </p:spPr>
      </p:sp>
      <p:sp>
        <p:nvSpPr>
          <p:cNvPr id="13" name="placeholder-3-title">
            <a:extLst xmlns:a="http://schemas.openxmlformats.org/drawingml/2006/main">
              <a:ext uri="{FF2B5EF4-FFF2-40B4-BE49-F238E27FC236}">
                <a16:creationId xmlns:a16="http://schemas.microsoft.com/office/drawing/2014/main" id="{98B64BA9-7DC3-425C-AA6B-3CF83ABECB2D}"/>
              </a:ext>
            </a:extLst>
          </p:cNvPr>
          <p:cNvSpPr>
            <a:spLocks xmlns:a="http://schemas.openxmlformats.org/drawingml/2006/main" noGrp="1"/>
          </p:cNvSpPr>
          <p:nvPr/>
        </p:nvSpPr>
        <p:spPr>
          <a:xfrm xmlns:a="http://schemas.openxmlformats.org/drawingml/2006/main">
            <a:off x="6219825" y="3171825"/>
            <a:ext cx="2519363"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63D"/>
                </a:solidFill>
                <a:latin typeface="Arial"/>
                <a:ea typeface="Arial"/>
                <a:cs typeface="Arial"/>
              </a:defRPr>
            </a:pPr>
            <a:r>
              <a:rPr sz="2250" b="1">
                <a:solidFill>
                  <a:srgbClr val="17263D"/>
                </a:solidFill>
                <a:latin typeface="Arial"/>
                <a:ea typeface="Arial"/>
                <a:cs typeface="Arial"/>
              </a:rPr>
              <a:t>[Priority 3]</a:t>
            </a:r>
          </a:p>
        </p:txBody>
      </p:sp>
      <p:sp>
        <p:nvSpPr>
          <p:cNvPr id="14" name="placeholder-3-detail">
            <a:extLst xmlns:a="http://schemas.openxmlformats.org/drawingml/2006/main">
              <a:ext uri="{FF2B5EF4-FFF2-40B4-BE49-F238E27FC236}">
                <a16:creationId xmlns:a16="http://schemas.microsoft.com/office/drawing/2014/main" id="{D2F688A3-CED0-486C-B3FB-9F5EDA1898BC}"/>
              </a:ext>
            </a:extLst>
          </p:cNvPr>
          <p:cNvSpPr>
            <a:spLocks xmlns:a="http://schemas.openxmlformats.org/drawingml/2006/main" noGrp="1"/>
          </p:cNvSpPr>
          <p:nvPr/>
        </p:nvSpPr>
        <p:spPr>
          <a:xfrm xmlns:a="http://schemas.openxmlformats.org/drawingml/2006/main">
            <a:off x="6219825" y="3743325"/>
            <a:ext cx="251936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[What the buyer</a:t>
            </a:r>
          </a:p>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needs]</a:t>
            </a:r>
          </a:p>
        </p:txBody>
      </p:sp>
      <p:sp>
        <p:nvSpPr>
          <p:cNvPr id="15" name="placeholder-4-number">
            <a:extLst xmlns:a="http://schemas.openxmlformats.org/drawingml/2006/main">
              <a:ext uri="{FF2B5EF4-FFF2-40B4-BE49-F238E27FC236}">
                <a16:creationId xmlns:a16="http://schemas.microsoft.com/office/drawing/2014/main" id="{0215CF59-4DDE-4703-A73B-123067F2200B}"/>
              </a:ext>
            </a:extLst>
          </p:cNvPr>
          <p:cNvSpPr>
            <a:spLocks xmlns:a="http://schemas.openxmlformats.org/drawingml/2006/main" noGrp="1"/>
          </p:cNvSpPr>
          <p:nvPr/>
        </p:nvSpPr>
        <p:spPr>
          <a:xfrm xmlns:a="http://schemas.openxmlformats.org/drawingml/2006/main">
            <a:off x="8986838" y="2124075"/>
            <a:ext cx="2519363"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47D80"/>
                </a:solidFill>
                <a:latin typeface="Arial"/>
                <a:ea typeface="Arial"/>
                <a:cs typeface="Arial"/>
              </a:defRPr>
            </a:pPr>
            <a:r>
              <a:rPr sz="3600" b="1">
                <a:solidFill>
                  <a:srgbClr val="247D80"/>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AC1F83FE-01B2-4987-B490-BCBB75241986}"/>
              </a:ext>
            </a:extLst>
          </p:cNvPr>
          <p:cNvSpPr>
            <a:spLocks xmlns:a="http://schemas.openxmlformats.org/drawingml/2006/main" noGrp="1"/>
          </p:cNvSpPr>
          <p:nvPr/>
        </p:nvSpPr>
        <p:spPr>
          <a:xfrm xmlns:a="http://schemas.openxmlformats.org/drawingml/2006/main">
            <a:off x="8986838" y="2952750"/>
            <a:ext cx="2519363" cy="0"/>
          </a:xfrm>
          <a:prstGeom xmlns:a="http://schemas.openxmlformats.org/drawingml/2006/main" prst="line">
            <a:avLst/>
          </a:prstGeom>
          <a:noFill xmlns:a="http://schemas.openxmlformats.org/drawingml/2006/main"/>
          <a:ln xmlns:a="http://schemas.openxmlformats.org/drawingml/2006/main" w="9525">
            <a:solidFill>
              <a:srgbClr val="247D80"/>
            </a:solidFill>
          </a:ln>
        </p:spPr>
      </p:sp>
      <p:sp>
        <p:nvSpPr>
          <p:cNvPr id="17" name="placeholder-4-title">
            <a:extLst xmlns:a="http://schemas.openxmlformats.org/drawingml/2006/main">
              <a:ext uri="{FF2B5EF4-FFF2-40B4-BE49-F238E27FC236}">
                <a16:creationId xmlns:a16="http://schemas.microsoft.com/office/drawing/2014/main" id="{5A3BEDED-143D-449F-975D-8AA13FCB0E0B}"/>
              </a:ext>
            </a:extLst>
          </p:cNvPr>
          <p:cNvSpPr>
            <a:spLocks xmlns:a="http://schemas.openxmlformats.org/drawingml/2006/main" noGrp="1"/>
          </p:cNvSpPr>
          <p:nvPr/>
        </p:nvSpPr>
        <p:spPr>
          <a:xfrm xmlns:a="http://schemas.openxmlformats.org/drawingml/2006/main">
            <a:off x="8986838" y="3171825"/>
            <a:ext cx="2519363"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63D"/>
                </a:solidFill>
                <a:latin typeface="Arial"/>
                <a:ea typeface="Arial"/>
                <a:cs typeface="Arial"/>
              </a:defRPr>
            </a:pPr>
            <a:r>
              <a:rPr sz="2250" b="1">
                <a:solidFill>
                  <a:srgbClr val="17263D"/>
                </a:solidFill>
                <a:latin typeface="Arial"/>
                <a:ea typeface="Arial"/>
                <a:cs typeface="Arial"/>
              </a:rPr>
              <a:t>[Priority 4]</a:t>
            </a:r>
          </a:p>
        </p:txBody>
      </p:sp>
      <p:sp>
        <p:nvSpPr>
          <p:cNvPr id="18" name="placeholder-4-detail">
            <a:extLst xmlns:a="http://schemas.openxmlformats.org/drawingml/2006/main">
              <a:ext uri="{FF2B5EF4-FFF2-40B4-BE49-F238E27FC236}">
                <a16:creationId xmlns:a16="http://schemas.microsoft.com/office/drawing/2014/main" id="{BC9793DD-A6DC-4B80-B938-0B78BF51185F}"/>
              </a:ext>
            </a:extLst>
          </p:cNvPr>
          <p:cNvSpPr>
            <a:spLocks xmlns:a="http://schemas.openxmlformats.org/drawingml/2006/main" noGrp="1"/>
          </p:cNvSpPr>
          <p:nvPr/>
        </p:nvSpPr>
        <p:spPr>
          <a:xfrm xmlns:a="http://schemas.openxmlformats.org/drawingml/2006/main">
            <a:off x="8986838" y="3743325"/>
            <a:ext cx="251936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[What the buyer</a:t>
            </a:r>
          </a:p>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needs]</a:t>
            </a:r>
          </a:p>
        </p:txBody>
      </p:sp>
      <p:sp>
        <p:nvSpPr>
          <p:cNvPr id="19" name="integration-scope">
            <a:extLst xmlns:a="http://schemas.openxmlformats.org/drawingml/2006/main">
              <a:ext uri="{FF2B5EF4-FFF2-40B4-BE49-F238E27FC236}">
                <a16:creationId xmlns:a16="http://schemas.microsoft.com/office/drawing/2014/main" id="{5D5B6CF8-587A-499D-9406-3D8BB9288809}"/>
              </a:ext>
            </a:extLst>
          </p:cNvPr>
          <p:cNvSpPr>
            <a:spLocks xmlns:a="http://schemas.openxmlformats.org/drawingml/2006/main" noGrp="1"/>
          </p:cNvSpPr>
          <p:nvPr/>
        </p:nvSpPr>
        <p:spPr>
          <a:xfrm xmlns:a="http://schemas.openxmlformats.org/drawingml/2006/main">
            <a:off x="685800" y="4953000"/>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53447"/>
                </a:solidFill>
                <a:latin typeface="Arial"/>
                <a:ea typeface="Arial"/>
                <a:cs typeface="Arial"/>
              </a:defRPr>
            </a:pPr>
            <a:r>
              <a:rPr sz="1950" b="1">
                <a:solidFill>
                  <a:srgbClr val="253447"/>
                </a:solidFill>
                <a:latin typeface="Arial"/>
                <a:ea typeface="Arial"/>
                <a:cs typeface="Arial"/>
              </a:rPr>
              <a:t>[Key integration or delivery boundary]</a:t>
            </a:r>
          </a:p>
        </p:txBody>
      </p:sp>
      <p:sp>
        <p:nvSpPr>
          <p:cNvPr id="20" name="support-scope">
            <a:extLst xmlns:a="http://schemas.openxmlformats.org/drawingml/2006/main">
              <a:ext uri="{FF2B5EF4-FFF2-40B4-BE49-F238E27FC236}">
                <a16:creationId xmlns:a16="http://schemas.microsoft.com/office/drawing/2014/main" id="{52F70279-21F3-4486-89FD-EE2F8EE5E5D3}"/>
              </a:ext>
            </a:extLst>
          </p:cNvPr>
          <p:cNvSpPr>
            <a:spLocks xmlns:a="http://schemas.openxmlformats.org/drawingml/2006/main" noGrp="1"/>
          </p:cNvSpPr>
          <p:nvPr/>
        </p:nvSpPr>
        <p:spPr>
          <a:xfrm xmlns:a="http://schemas.openxmlformats.org/drawingml/2006/main">
            <a:off x="685800" y="56007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[Supporting services that affect delivery]</a:t>
            </a:r>
          </a:p>
        </p:txBody>
      </p:sp>
      <p:sp>
        <p:nvSpPr>
          <p:cNvPr id="21" name="">
            <a:extLst xmlns:a="http://schemas.openxmlformats.org/drawingml/2006/main">
              <a:ext uri="{FF2B5EF4-FFF2-40B4-BE49-F238E27FC236}">
                <a16:creationId xmlns:a16="http://schemas.microsoft.com/office/drawing/2014/main" id="{334280F9-A150-409F-8DD9-869B27B4FFC3}"/>
              </a:ext>
            </a:extLst>
          </p:cNvPr>
          <p:cNvSpPr>
            <a:spLocks xmlns:a="http://schemas.openxmlformats.org/drawingml/2006/main" noGrp="1"/>
          </p:cNvSpPr>
          <p:nvPr/>
        </p:nvSpPr>
        <p:spPr>
          <a:xfrm xmlns:a="http://schemas.openxmlformats.org/drawingml/2006/main">
            <a:off x="685800" y="61150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22" name="source-reference">
            <a:extLst xmlns:a="http://schemas.openxmlformats.org/drawingml/2006/main">
              <a:ext uri="{FF2B5EF4-FFF2-40B4-BE49-F238E27FC236}">
                <a16:creationId xmlns:a16="http://schemas.microsoft.com/office/drawing/2014/main" id="{A7ADF06B-EC14-4428-B5F9-D1B18E6A9DBD}"/>
              </a:ext>
            </a:extLst>
          </p:cNvPr>
          <p:cNvSpPr>
            <a:spLocks xmlns:a="http://schemas.openxmlformats.org/drawingml/2006/main" noGrp="1"/>
          </p:cNvSpPr>
          <p:nvPr/>
        </p:nvSpPr>
        <p:spPr>
          <a:xfrm xmlns:a="http://schemas.openxmlformats.org/drawingml/2006/main">
            <a:off x="685800" y="6286500"/>
            <a:ext cx="976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[Source and page references]</a:t>
            </a:r>
          </a:p>
        </p:txBody>
      </p:sp>
      <p:sp>
        <p:nvSpPr>
          <p:cNvPr id="23" name="slide-number">
            <a:extLst xmlns:a="http://schemas.openxmlformats.org/drawingml/2006/main">
              <a:ext uri="{FF2B5EF4-FFF2-40B4-BE49-F238E27FC236}">
                <a16:creationId xmlns:a16="http://schemas.microsoft.com/office/drawing/2014/main" id="{B513CC4F-27A4-4ACF-9C6C-C100D2204B0A}"/>
              </a:ext>
            </a:extLst>
          </p:cNvPr>
          <p:cNvSpPr>
            <a:spLocks xmlns:a="http://schemas.openxmlformats.org/drawingml/2006/main" noGrp="1"/>
          </p:cNvSpPr>
          <p:nvPr/>
        </p:nvSpPr>
        <p:spPr>
          <a:xfrm xmlns:a="http://schemas.openxmlformats.org/drawingml/2006/main">
            <a:off x="10839450" y="62865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516174"/>
                </a:solidFill>
                <a:latin typeface="Arial"/>
                <a:ea typeface="Arial"/>
                <a:cs typeface="Arial"/>
              </a:defRPr>
            </a:pPr>
            <a:r>
              <a:rPr sz="1800" b="0">
                <a:solidFill>
                  <a:srgbClr val="516174"/>
                </a:solidFill>
                <a:latin typeface="Arial"/>
                <a:ea typeface="Arial"/>
                <a:cs typeface="Arial"/>
              </a:rPr>
              <a:t>2 / 8</a:t>
            </a:r>
          </a:p>
        </p:txBody>
      </p:sp>
    </p:spTree>
    <p:extLst>
      <p:ext uri="{BB962C8B-B14F-4D97-AF65-F5344CB8AC3E}">
        <p14:creationId xmlns:p14="http://schemas.microsoft.com/office/powerpoint/2010/main" val="11595600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slide-title">
            <a:extLst xmlns:a="http://schemas.openxmlformats.org/drawingml/2006/main">
              <a:ext uri="{FF2B5EF4-FFF2-40B4-BE49-F238E27FC236}">
                <a16:creationId xmlns:a16="http://schemas.microsoft.com/office/drawing/2014/main" id="{53DDEFE0-1B92-4876-B348-30349A68B83C}"/>
              </a:ext>
            </a:extLst>
          </p:cNvPr>
          <p:cNvSpPr>
            <a:spLocks xmlns:a="http://schemas.openxmlformats.org/drawingml/2006/main" noGrp="1"/>
          </p:cNvSpPr>
          <p:nvPr/>
        </p:nvSpPr>
        <p:spPr>
          <a:xfrm xmlns:a="http://schemas.openxmlformats.org/drawingml/2006/main">
            <a:off x="685800" y="4381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63D"/>
                </a:solidFill>
                <a:latin typeface="Arial"/>
                <a:ea typeface="Arial"/>
                <a:cs typeface="Arial"/>
              </a:defRPr>
            </a:pPr>
            <a:r>
              <a:rPr sz="3300" b="1">
                <a:solidFill>
                  <a:srgbClr val="17263D"/>
                </a:solidFill>
                <a:latin typeface="Arial"/>
                <a:ea typeface="Arial"/>
                <a:cs typeface="Arial"/>
              </a:rPr>
              <a:t>Procurement and timing</a:t>
            </a:r>
          </a:p>
        </p:txBody>
      </p:sp>
      <p:sp>
        <p:nvSpPr>
          <p:cNvPr id="2" name="slide-lead">
            <a:extLst xmlns:a="http://schemas.openxmlformats.org/drawingml/2006/main">
              <a:ext uri="{FF2B5EF4-FFF2-40B4-BE49-F238E27FC236}">
                <a16:creationId xmlns:a16="http://schemas.microsoft.com/office/drawing/2014/main" id="{A921F450-9684-446D-BA9F-B70ED2341B61}"/>
              </a:ext>
            </a:extLst>
          </p:cNvPr>
          <p:cNvSpPr>
            <a:spLocks xmlns:a="http://schemas.openxmlformats.org/drawingml/2006/main" noGrp="1"/>
          </p:cNvSpPr>
          <p:nvPr/>
        </p:nvSpPr>
        <p:spPr>
          <a:xfrm xmlns:a="http://schemas.openxmlformats.org/drawingml/2006/main">
            <a:off x="685800" y="11715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Arial"/>
                <a:ea typeface="Arial"/>
                <a:cs typeface="Arial"/>
              </a:defRPr>
            </a:pPr>
            <a:r>
              <a:rPr sz="1950" b="0">
                <a:solidFill>
                  <a:srgbClr val="516174"/>
                </a:solidFill>
                <a:latin typeface="Arial"/>
                <a:ea typeface="Arial"/>
                <a:cs typeface="Arial"/>
              </a:rPr>
              <a:t>[Buying stage and the schedule change that matters]</a:t>
            </a:r>
          </a:p>
        </p:txBody>
      </p:sp>
      <p:sp>
        <p:nvSpPr>
          <p:cNvPr id="3" name="milestone-0">
            <a:extLst xmlns:a="http://schemas.openxmlformats.org/drawingml/2006/main">
              <a:ext uri="{FF2B5EF4-FFF2-40B4-BE49-F238E27FC236}">
                <a16:creationId xmlns:a16="http://schemas.microsoft.com/office/drawing/2014/main" id="{FF6A084E-CB78-4611-ADA4-150A4A9BC0C8}"/>
              </a:ext>
            </a:extLst>
          </p:cNvPr>
          <p:cNvSpPr>
            <a:spLocks xmlns:a="http://schemas.openxmlformats.org/drawingml/2006/main" noGrp="1"/>
          </p:cNvSpPr>
          <p:nvPr/>
        </p:nvSpPr>
        <p:spPr>
          <a:xfrm xmlns:a="http://schemas.openxmlformats.org/drawingml/2006/main">
            <a:off x="685800" y="2114550"/>
            <a:ext cx="360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250" b="1">
                <a:solidFill>
                  <a:srgbClr val="17263D"/>
                </a:solidFill>
                <a:latin typeface="Arial"/>
                <a:ea typeface="Arial"/>
                <a:cs typeface="Arial"/>
              </a:defRPr>
            </a:pPr>
            <a:r>
              <a:rPr sz="2250" b="1">
                <a:solidFill>
                  <a:srgbClr val="17263D"/>
                </a:solidFill>
                <a:latin typeface="Arial"/>
                <a:ea typeface="Arial"/>
                <a:cs typeface="Arial"/>
              </a:rPr>
              <a:t>[Earlier notice]</a:t>
            </a:r>
          </a:p>
        </p:txBody>
      </p:sp>
      <p:sp>
        <p:nvSpPr>
          <p:cNvPr id="4" name="timeline-node-0">
            <a:extLst xmlns:a="http://schemas.openxmlformats.org/drawingml/2006/main">
              <a:ext uri="{FF2B5EF4-FFF2-40B4-BE49-F238E27FC236}">
                <a16:creationId xmlns:a16="http://schemas.microsoft.com/office/drawing/2014/main" id="{F795DE40-9108-448B-A81B-550FFC002EEB}"/>
              </a:ext>
            </a:extLst>
          </p:cNvPr>
          <p:cNvSpPr>
            <a:spLocks xmlns:a="http://schemas.openxmlformats.org/drawingml/2006/main" noGrp="1"/>
          </p:cNvSpPr>
          <p:nvPr/>
        </p:nvSpPr>
        <p:spPr>
          <a:xfrm xmlns:a="http://schemas.openxmlformats.org/drawingml/2006/main">
            <a:off x="2384425" y="2628900"/>
            <a:ext cx="209550" cy="209550"/>
          </a:xfrm>
          <a:prstGeom xmlns:a="http://schemas.openxmlformats.org/drawingml/2006/main" prst="ellipse">
            <a:avLst/>
          </a:prstGeom>
          <a:solidFill xmlns:a="http://schemas.openxmlformats.org/drawingml/2006/main">
            <a:srgbClr val="17263D"/>
          </a:solidFill>
          <a:ln xmlns:a="http://schemas.openxmlformats.org/drawingml/2006/main" w="23813">
            <a:solidFill>
              <a:srgbClr val="17263D"/>
            </a:solidFill>
          </a:ln>
        </p:spPr>
      </p:sp>
      <p:sp>
        <p:nvSpPr>
          <p:cNvPr id="5" name="timing-0">
            <a:extLst xmlns:a="http://schemas.openxmlformats.org/drawingml/2006/main">
              <a:ext uri="{FF2B5EF4-FFF2-40B4-BE49-F238E27FC236}">
                <a16:creationId xmlns:a16="http://schemas.microsoft.com/office/drawing/2014/main" id="{B0DEA6AE-0685-468A-9C8D-A4AE4C70CE08}"/>
              </a:ext>
            </a:extLst>
          </p:cNvPr>
          <p:cNvSpPr>
            <a:spLocks xmlns:a="http://schemas.openxmlformats.org/drawingml/2006/main" noGrp="1"/>
          </p:cNvSpPr>
          <p:nvPr/>
        </p:nvSpPr>
        <p:spPr>
          <a:xfrm xmlns:a="http://schemas.openxmlformats.org/drawingml/2006/main">
            <a:off x="866775" y="3105150"/>
            <a:ext cx="3244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516174"/>
                </a:solidFill>
                <a:latin typeface="Arial"/>
                <a:ea typeface="Arial"/>
                <a:cs typeface="Arial"/>
              </a:defRPr>
            </a:pPr>
            <a:r>
              <a:rPr sz="1800" b="0">
                <a:solidFill>
                  <a:srgbClr val="516174"/>
                </a:solidFill>
                <a:latin typeface="Arial"/>
                <a:ea typeface="Arial"/>
                <a:cs typeface="Arial"/>
              </a:rPr>
              <a:t>[Original timing]</a:t>
            </a:r>
          </a:p>
        </p:txBody>
      </p:sp>
      <p:sp>
        <p:nvSpPr>
          <p:cNvPr id="6" name="milestone-1">
            <a:extLst xmlns:a="http://schemas.openxmlformats.org/drawingml/2006/main">
              <a:ext uri="{FF2B5EF4-FFF2-40B4-BE49-F238E27FC236}">
                <a16:creationId xmlns:a16="http://schemas.microsoft.com/office/drawing/2014/main" id="{6FD9BB16-3B18-41ED-9469-19F8A907F371}"/>
              </a:ext>
            </a:extLst>
          </p:cNvPr>
          <p:cNvSpPr>
            <a:spLocks xmlns:a="http://schemas.openxmlformats.org/drawingml/2006/main" noGrp="1"/>
          </p:cNvSpPr>
          <p:nvPr/>
        </p:nvSpPr>
        <p:spPr>
          <a:xfrm xmlns:a="http://schemas.openxmlformats.org/drawingml/2006/main">
            <a:off x="4292600" y="2114550"/>
            <a:ext cx="360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250" b="1">
                <a:solidFill>
                  <a:srgbClr val="17263D"/>
                </a:solidFill>
                <a:latin typeface="Arial"/>
                <a:ea typeface="Arial"/>
                <a:cs typeface="Arial"/>
              </a:defRPr>
            </a:pPr>
            <a:r>
              <a:rPr sz="2250" b="1">
                <a:solidFill>
                  <a:srgbClr val="17263D"/>
                </a:solidFill>
                <a:latin typeface="Arial"/>
                <a:ea typeface="Arial"/>
                <a:cs typeface="Arial"/>
              </a:rPr>
              <a:t>[Latest update]</a:t>
            </a:r>
          </a:p>
        </p:txBody>
      </p:sp>
      <p:sp>
        <p:nvSpPr>
          <p:cNvPr id="7" name="timeline-node-1">
            <a:extLst xmlns:a="http://schemas.openxmlformats.org/drawingml/2006/main">
              <a:ext uri="{FF2B5EF4-FFF2-40B4-BE49-F238E27FC236}">
                <a16:creationId xmlns:a16="http://schemas.microsoft.com/office/drawing/2014/main" id="{04D610C9-0B41-4F46-A66C-1735BD8EF90B}"/>
              </a:ext>
            </a:extLst>
          </p:cNvPr>
          <p:cNvSpPr>
            <a:spLocks xmlns:a="http://schemas.openxmlformats.org/drawingml/2006/main" noGrp="1"/>
          </p:cNvSpPr>
          <p:nvPr/>
        </p:nvSpPr>
        <p:spPr>
          <a:xfrm xmlns:a="http://schemas.openxmlformats.org/drawingml/2006/main">
            <a:off x="5991225" y="2628900"/>
            <a:ext cx="209550" cy="209550"/>
          </a:xfrm>
          <a:prstGeom xmlns:a="http://schemas.openxmlformats.org/drawingml/2006/main" prst="ellipse">
            <a:avLst/>
          </a:prstGeom>
          <a:solidFill xmlns:a="http://schemas.openxmlformats.org/drawingml/2006/main">
            <a:srgbClr val="17263D"/>
          </a:solidFill>
          <a:ln xmlns:a="http://schemas.openxmlformats.org/drawingml/2006/main" w="23813">
            <a:solidFill>
              <a:srgbClr val="17263D"/>
            </a:solidFill>
          </a:ln>
        </p:spPr>
      </p:sp>
      <p:sp>
        <p:nvSpPr>
          <p:cNvPr id="8" name="timing-1">
            <a:extLst xmlns:a="http://schemas.openxmlformats.org/drawingml/2006/main">
              <a:ext uri="{FF2B5EF4-FFF2-40B4-BE49-F238E27FC236}">
                <a16:creationId xmlns:a16="http://schemas.microsoft.com/office/drawing/2014/main" id="{04D018BE-E1F1-4F36-9451-C81C3539B257}"/>
              </a:ext>
            </a:extLst>
          </p:cNvPr>
          <p:cNvSpPr>
            <a:spLocks xmlns:a="http://schemas.openxmlformats.org/drawingml/2006/main" noGrp="1"/>
          </p:cNvSpPr>
          <p:nvPr/>
        </p:nvSpPr>
        <p:spPr>
          <a:xfrm xmlns:a="http://schemas.openxmlformats.org/drawingml/2006/main">
            <a:off x="4473575" y="3105150"/>
            <a:ext cx="3244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516174"/>
                </a:solidFill>
                <a:latin typeface="Arial"/>
                <a:ea typeface="Arial"/>
                <a:cs typeface="Arial"/>
              </a:defRPr>
            </a:pPr>
            <a:r>
              <a:rPr sz="1800" b="0">
                <a:solidFill>
                  <a:srgbClr val="516174"/>
                </a:solidFill>
                <a:latin typeface="Arial"/>
                <a:ea typeface="Arial"/>
                <a:cs typeface="Arial"/>
              </a:rPr>
              <a:t>[Current timing]</a:t>
            </a:r>
          </a:p>
        </p:txBody>
      </p:sp>
      <p:sp>
        <p:nvSpPr>
          <p:cNvPr id="9" name="milestone-2">
            <a:extLst xmlns:a="http://schemas.openxmlformats.org/drawingml/2006/main">
              <a:ext uri="{FF2B5EF4-FFF2-40B4-BE49-F238E27FC236}">
                <a16:creationId xmlns:a16="http://schemas.microsoft.com/office/drawing/2014/main" id="{80F55FAE-6029-4CEB-BECA-0BAFC2467F2C}"/>
              </a:ext>
            </a:extLst>
          </p:cNvPr>
          <p:cNvSpPr>
            <a:spLocks xmlns:a="http://schemas.openxmlformats.org/drawingml/2006/main" noGrp="1"/>
          </p:cNvSpPr>
          <p:nvPr/>
        </p:nvSpPr>
        <p:spPr>
          <a:xfrm xmlns:a="http://schemas.openxmlformats.org/drawingml/2006/main">
            <a:off x="7899400" y="2114550"/>
            <a:ext cx="360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250" b="1">
                <a:solidFill>
                  <a:srgbClr val="247D80"/>
                </a:solidFill>
                <a:latin typeface="Arial"/>
                <a:ea typeface="Arial"/>
                <a:cs typeface="Arial"/>
              </a:defRPr>
            </a:pPr>
            <a:r>
              <a:rPr sz="2250" b="1">
                <a:solidFill>
                  <a:srgbClr val="247D80"/>
                </a:solidFill>
                <a:latin typeface="Arial"/>
                <a:ea typeface="Arial"/>
                <a:cs typeface="Arial"/>
              </a:rPr>
              <a:t>[Next milestone]</a:t>
            </a:r>
          </a:p>
        </p:txBody>
      </p:sp>
      <p:sp>
        <p:nvSpPr>
          <p:cNvPr id="10" name="timeline-node-2">
            <a:extLst xmlns:a="http://schemas.openxmlformats.org/drawingml/2006/main">
              <a:ext uri="{FF2B5EF4-FFF2-40B4-BE49-F238E27FC236}">
                <a16:creationId xmlns:a16="http://schemas.microsoft.com/office/drawing/2014/main" id="{E8BC09D9-D6C7-4370-8047-4A39BB848F6C}"/>
              </a:ext>
            </a:extLst>
          </p:cNvPr>
          <p:cNvSpPr>
            <a:spLocks xmlns:a="http://schemas.openxmlformats.org/drawingml/2006/main" noGrp="1"/>
          </p:cNvSpPr>
          <p:nvPr/>
        </p:nvSpPr>
        <p:spPr>
          <a:xfrm xmlns:a="http://schemas.openxmlformats.org/drawingml/2006/main">
            <a:off x="9598025" y="2628900"/>
            <a:ext cx="209550" cy="209550"/>
          </a:xfrm>
          <a:prstGeom xmlns:a="http://schemas.openxmlformats.org/drawingml/2006/main" prst="ellipse">
            <a:avLst/>
          </a:prstGeom>
          <a:solidFill xmlns:a="http://schemas.openxmlformats.org/drawingml/2006/main">
            <a:srgbClr val="FFFFFF"/>
          </a:solidFill>
          <a:ln xmlns:a="http://schemas.openxmlformats.org/drawingml/2006/main" w="23813">
            <a:solidFill>
              <a:srgbClr val="247D80"/>
            </a:solidFill>
          </a:ln>
        </p:spPr>
      </p:sp>
      <p:sp>
        <p:nvSpPr>
          <p:cNvPr id="11" name="timing-2">
            <a:extLst xmlns:a="http://schemas.openxmlformats.org/drawingml/2006/main">
              <a:ext uri="{FF2B5EF4-FFF2-40B4-BE49-F238E27FC236}">
                <a16:creationId xmlns:a16="http://schemas.microsoft.com/office/drawing/2014/main" id="{B34F76F5-EEBD-4246-A790-1EBF3587BF76}"/>
              </a:ext>
            </a:extLst>
          </p:cNvPr>
          <p:cNvSpPr>
            <a:spLocks xmlns:a="http://schemas.openxmlformats.org/drawingml/2006/main" noGrp="1"/>
          </p:cNvSpPr>
          <p:nvPr/>
        </p:nvSpPr>
        <p:spPr>
          <a:xfrm xmlns:a="http://schemas.openxmlformats.org/drawingml/2006/main">
            <a:off x="8080375" y="3105150"/>
            <a:ext cx="3244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516174"/>
                </a:solidFill>
                <a:latin typeface="Arial"/>
                <a:ea typeface="Arial"/>
                <a:cs typeface="Arial"/>
              </a:defRPr>
            </a:pPr>
            <a:r>
              <a:rPr sz="1800" b="0">
                <a:solidFill>
                  <a:srgbClr val="516174"/>
                </a:solidFill>
                <a:latin typeface="Arial"/>
                <a:ea typeface="Arial"/>
                <a:cs typeface="Arial"/>
              </a:rPr>
              <a:t>[Expected timing / limit]</a:t>
            </a:r>
          </a:p>
        </p:txBody>
      </p:sp>
      <p:cxnSp>
        <p:nvCxnSpPr>
          <p:cNvPr id="37" name=""/>
          <p:cNvCxnSpPr>
            <a:stCxn xmlns:a="http://schemas.openxmlformats.org/drawingml/2006/main" id="4" idx="6"/>
            <a:endCxn xmlns:a="http://schemas.openxmlformats.org/drawingml/2006/main" id="7" idx="2"/>
          </p:cNvCxnSpPr>
          <p:nvPr/>
        </p:nvCxnSpPr>
        <p:spPr>
          <a:xfrm xmlns:a="http://schemas.openxmlformats.org/drawingml/2006/main">
            <a:off x="2593975" y="2733675"/>
            <a:ext cx="3397250" cy="0"/>
          </a:xfrm>
          <a:prstGeom xmlns:a="http://schemas.openxmlformats.org/drawingml/2006/main" prst="straightConnector1">
            <a:avLst/>
          </a:prstGeom>
          <a:ln xmlns:a="http://schemas.openxmlformats.org/drawingml/2006/main" w="23813">
            <a:solidFill>
              <a:srgbClr val="247D80"/>
            </a:solidFill>
            <a:prstDash val="solid"/>
          </a:ln>
        </p:spPr>
      </p:cxnSp>
      <p:cxnSp>
        <p:nvCxnSpPr>
          <p:cNvPr id="38" name=""/>
          <p:cNvCxnSpPr>
            <a:stCxn xmlns:a="http://schemas.openxmlformats.org/drawingml/2006/main" id="7" idx="6"/>
            <a:endCxn xmlns:a="http://schemas.openxmlformats.org/drawingml/2006/main" id="10" idx="2"/>
          </p:cNvCxnSpPr>
          <p:nvPr/>
        </p:nvCxnSpPr>
        <p:spPr>
          <a:xfrm xmlns:a="http://schemas.openxmlformats.org/drawingml/2006/main">
            <a:off x="6200775" y="2733675"/>
            <a:ext cx="3397250" cy="0"/>
          </a:xfrm>
          <a:prstGeom xmlns:a="http://schemas.openxmlformats.org/drawingml/2006/main" prst="straightConnector1">
            <a:avLst/>
          </a:prstGeom>
          <a:ln xmlns:a="http://schemas.openxmlformats.org/drawingml/2006/main" w="23813">
            <a:solidFill>
              <a:srgbClr val="247D80"/>
            </a:solidFill>
            <a:prstDash val="dash"/>
          </a:ln>
        </p:spPr>
      </p:cxnSp>
      <p:sp>
        <p:nvSpPr>
          <p:cNvPr id="14" name="placeholder-1-label">
            <a:extLst xmlns:a="http://schemas.openxmlformats.org/drawingml/2006/main">
              <a:ext uri="{FF2B5EF4-FFF2-40B4-BE49-F238E27FC236}">
                <a16:creationId xmlns:a16="http://schemas.microsoft.com/office/drawing/2014/main" id="{AB37F229-0144-4B91-A2D9-233B6EFBF367}"/>
              </a:ext>
            </a:extLst>
          </p:cNvPr>
          <p:cNvSpPr>
            <a:spLocks xmlns:a="http://schemas.openxmlformats.org/drawingml/2006/main" noGrp="1"/>
          </p:cNvSpPr>
          <p:nvPr/>
        </p:nvSpPr>
        <p:spPr>
          <a:xfrm xmlns:a="http://schemas.openxmlformats.org/drawingml/2006/main">
            <a:off x="685800" y="4067175"/>
            <a:ext cx="1381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47D80"/>
                </a:solidFill>
                <a:latin typeface="Arial"/>
                <a:ea typeface="Arial"/>
                <a:cs typeface="Arial"/>
              </a:defRPr>
            </a:pPr>
            <a:r>
              <a:rPr sz="1800" b="1">
                <a:solidFill>
                  <a:srgbClr val="247D80"/>
                </a:solidFill>
                <a:latin typeface="Arial"/>
                <a:ea typeface="Arial"/>
                <a:cs typeface="Arial"/>
              </a:rPr>
              <a:t>Competition</a:t>
            </a:r>
          </a:p>
        </p:txBody>
      </p:sp>
      <p:sp>
        <p:nvSpPr>
          <p:cNvPr id="15" name="placeholder-1-value">
            <a:extLst xmlns:a="http://schemas.openxmlformats.org/drawingml/2006/main">
              <a:ext uri="{FF2B5EF4-FFF2-40B4-BE49-F238E27FC236}">
                <a16:creationId xmlns:a16="http://schemas.microsoft.com/office/drawing/2014/main" id="{909E60DC-21AD-419B-A3E1-F2145A2D7407}"/>
              </a:ext>
            </a:extLst>
          </p:cNvPr>
          <p:cNvSpPr>
            <a:spLocks xmlns:a="http://schemas.openxmlformats.org/drawingml/2006/main" noGrp="1"/>
          </p:cNvSpPr>
          <p:nvPr/>
        </p:nvSpPr>
        <p:spPr>
          <a:xfrm xmlns:a="http://schemas.openxmlformats.org/drawingml/2006/main">
            <a:off x="2152650" y="4067175"/>
            <a:ext cx="3762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53447"/>
                </a:solidFill>
                <a:latin typeface="Arial"/>
                <a:ea typeface="Arial"/>
                <a:cs typeface="Arial"/>
              </a:defRPr>
            </a:pPr>
            <a:r>
              <a:rPr sz="1800" b="0">
                <a:solidFill>
                  <a:srgbClr val="253447"/>
                </a:solidFill>
                <a:latin typeface="Arial"/>
                <a:ea typeface="Arial"/>
                <a:cs typeface="Arial"/>
              </a:rPr>
              <a:t>[Planned or final terms — source]</a:t>
            </a:r>
          </a:p>
        </p:txBody>
      </p:sp>
      <p:sp>
        <p:nvSpPr>
          <p:cNvPr id="16" name="placeholder-2-label">
            <a:extLst xmlns:a="http://schemas.openxmlformats.org/drawingml/2006/main">
              <a:ext uri="{FF2B5EF4-FFF2-40B4-BE49-F238E27FC236}">
                <a16:creationId xmlns:a16="http://schemas.microsoft.com/office/drawing/2014/main" id="{CF4BAA8F-7BC5-4131-99AA-DF4EEDDF010C}"/>
              </a:ext>
            </a:extLst>
          </p:cNvPr>
          <p:cNvSpPr>
            <a:spLocks xmlns:a="http://schemas.openxmlformats.org/drawingml/2006/main" noGrp="1"/>
          </p:cNvSpPr>
          <p:nvPr/>
        </p:nvSpPr>
        <p:spPr>
          <a:xfrm xmlns:a="http://schemas.openxmlformats.org/drawingml/2006/main">
            <a:off x="6305550" y="4067175"/>
            <a:ext cx="1381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47D80"/>
                </a:solidFill>
                <a:latin typeface="Arial"/>
                <a:ea typeface="Arial"/>
                <a:cs typeface="Arial"/>
              </a:defRPr>
            </a:pPr>
            <a:r>
              <a:rPr sz="1800" b="1">
                <a:solidFill>
                  <a:srgbClr val="247D80"/>
                </a:solidFill>
                <a:latin typeface="Arial"/>
                <a:ea typeface="Arial"/>
                <a:cs typeface="Arial"/>
              </a:rPr>
              <a:t>Contract</a:t>
            </a:r>
          </a:p>
        </p:txBody>
      </p:sp>
      <p:sp>
        <p:nvSpPr>
          <p:cNvPr id="17" name="placeholder-2-value">
            <a:extLst xmlns:a="http://schemas.openxmlformats.org/drawingml/2006/main">
              <a:ext uri="{FF2B5EF4-FFF2-40B4-BE49-F238E27FC236}">
                <a16:creationId xmlns:a16="http://schemas.microsoft.com/office/drawing/2014/main" id="{B976BC0B-766D-437A-917F-8B8C8CDC1D33}"/>
              </a:ext>
            </a:extLst>
          </p:cNvPr>
          <p:cNvSpPr>
            <a:spLocks xmlns:a="http://schemas.openxmlformats.org/drawingml/2006/main" noGrp="1"/>
          </p:cNvSpPr>
          <p:nvPr/>
        </p:nvSpPr>
        <p:spPr>
          <a:xfrm xmlns:a="http://schemas.openxmlformats.org/drawingml/2006/main">
            <a:off x="7772400" y="4067175"/>
            <a:ext cx="3762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53447"/>
                </a:solidFill>
                <a:latin typeface="Arial"/>
                <a:ea typeface="Arial"/>
                <a:cs typeface="Arial"/>
              </a:defRPr>
            </a:pPr>
            <a:r>
              <a:rPr sz="1800" b="0">
                <a:solidFill>
                  <a:srgbClr val="253447"/>
                </a:solidFill>
                <a:latin typeface="Arial"/>
                <a:ea typeface="Arial"/>
                <a:cs typeface="Arial"/>
              </a:rPr>
              <a:t>[Planned or final terms — source]</a:t>
            </a:r>
          </a:p>
        </p:txBody>
      </p:sp>
      <p:sp>
        <p:nvSpPr>
          <p:cNvPr id="18" name="placeholder-3-label">
            <a:extLst xmlns:a="http://schemas.openxmlformats.org/drawingml/2006/main">
              <a:ext uri="{FF2B5EF4-FFF2-40B4-BE49-F238E27FC236}">
                <a16:creationId xmlns:a16="http://schemas.microsoft.com/office/drawing/2014/main" id="{B203CA39-85FB-48FC-925C-2513FEA3458A}"/>
              </a:ext>
            </a:extLst>
          </p:cNvPr>
          <p:cNvSpPr>
            <a:spLocks xmlns:a="http://schemas.openxmlformats.org/drawingml/2006/main" noGrp="1"/>
          </p:cNvSpPr>
          <p:nvPr/>
        </p:nvSpPr>
        <p:spPr>
          <a:xfrm xmlns:a="http://schemas.openxmlformats.org/drawingml/2006/main">
            <a:off x="685800" y="4914900"/>
            <a:ext cx="1381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47D80"/>
                </a:solidFill>
                <a:latin typeface="Arial"/>
                <a:ea typeface="Arial"/>
                <a:cs typeface="Arial"/>
              </a:defRPr>
            </a:pPr>
            <a:r>
              <a:rPr sz="1800" b="1">
                <a:solidFill>
                  <a:srgbClr val="247D80"/>
                </a:solidFill>
                <a:latin typeface="Arial"/>
                <a:ea typeface="Arial"/>
                <a:cs typeface="Arial"/>
              </a:rPr>
              <a:t>Duration</a:t>
            </a:r>
          </a:p>
        </p:txBody>
      </p:sp>
      <p:sp>
        <p:nvSpPr>
          <p:cNvPr id="19" name="placeholder-3-value">
            <a:extLst xmlns:a="http://schemas.openxmlformats.org/drawingml/2006/main">
              <a:ext uri="{FF2B5EF4-FFF2-40B4-BE49-F238E27FC236}">
                <a16:creationId xmlns:a16="http://schemas.microsoft.com/office/drawing/2014/main" id="{B8893090-73C3-4801-8220-840A8014069B}"/>
              </a:ext>
            </a:extLst>
          </p:cNvPr>
          <p:cNvSpPr>
            <a:spLocks xmlns:a="http://schemas.openxmlformats.org/drawingml/2006/main" noGrp="1"/>
          </p:cNvSpPr>
          <p:nvPr/>
        </p:nvSpPr>
        <p:spPr>
          <a:xfrm xmlns:a="http://schemas.openxmlformats.org/drawingml/2006/main">
            <a:off x="2152650" y="4914900"/>
            <a:ext cx="3762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53447"/>
                </a:solidFill>
                <a:latin typeface="Arial"/>
                <a:ea typeface="Arial"/>
                <a:cs typeface="Arial"/>
              </a:defRPr>
            </a:pPr>
            <a:r>
              <a:rPr sz="1800" b="0">
                <a:solidFill>
                  <a:srgbClr val="253447"/>
                </a:solidFill>
                <a:latin typeface="Arial"/>
                <a:ea typeface="Arial"/>
                <a:cs typeface="Arial"/>
              </a:rPr>
              <a:t>[Planned or final terms — source]</a:t>
            </a:r>
          </a:p>
        </p:txBody>
      </p:sp>
      <p:sp>
        <p:nvSpPr>
          <p:cNvPr id="20" name="placeholder-4-label">
            <a:extLst xmlns:a="http://schemas.openxmlformats.org/drawingml/2006/main">
              <a:ext uri="{FF2B5EF4-FFF2-40B4-BE49-F238E27FC236}">
                <a16:creationId xmlns:a16="http://schemas.microsoft.com/office/drawing/2014/main" id="{CA618A92-9AA3-47B7-9A10-9B95B37313A3}"/>
              </a:ext>
            </a:extLst>
          </p:cNvPr>
          <p:cNvSpPr>
            <a:spLocks xmlns:a="http://schemas.openxmlformats.org/drawingml/2006/main" noGrp="1"/>
          </p:cNvSpPr>
          <p:nvPr/>
        </p:nvSpPr>
        <p:spPr>
          <a:xfrm xmlns:a="http://schemas.openxmlformats.org/drawingml/2006/main">
            <a:off x="6305550" y="4914900"/>
            <a:ext cx="1381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47D80"/>
                </a:solidFill>
                <a:latin typeface="Arial"/>
                <a:ea typeface="Arial"/>
                <a:cs typeface="Arial"/>
              </a:defRPr>
            </a:pPr>
            <a:r>
              <a:rPr sz="1800" b="1">
                <a:solidFill>
                  <a:srgbClr val="247D80"/>
                </a:solidFill>
                <a:latin typeface="Arial"/>
                <a:ea typeface="Arial"/>
                <a:cs typeface="Arial"/>
              </a:rPr>
              <a:t>Locations</a:t>
            </a:r>
          </a:p>
        </p:txBody>
      </p:sp>
      <p:sp>
        <p:nvSpPr>
          <p:cNvPr id="21" name="placeholder-4-value">
            <a:extLst xmlns:a="http://schemas.openxmlformats.org/drawingml/2006/main">
              <a:ext uri="{FF2B5EF4-FFF2-40B4-BE49-F238E27FC236}">
                <a16:creationId xmlns:a16="http://schemas.microsoft.com/office/drawing/2014/main" id="{0CCA7784-68AA-40F4-AD90-427B91FFFC27}"/>
              </a:ext>
            </a:extLst>
          </p:cNvPr>
          <p:cNvSpPr>
            <a:spLocks xmlns:a="http://schemas.openxmlformats.org/drawingml/2006/main" noGrp="1"/>
          </p:cNvSpPr>
          <p:nvPr/>
        </p:nvSpPr>
        <p:spPr>
          <a:xfrm xmlns:a="http://schemas.openxmlformats.org/drawingml/2006/main">
            <a:off x="7772400" y="4914900"/>
            <a:ext cx="3762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53447"/>
                </a:solidFill>
                <a:latin typeface="Arial"/>
                <a:ea typeface="Arial"/>
                <a:cs typeface="Arial"/>
              </a:defRPr>
            </a:pPr>
            <a:r>
              <a:rPr sz="1800" b="0">
                <a:solidFill>
                  <a:srgbClr val="253447"/>
                </a:solidFill>
                <a:latin typeface="Arial"/>
                <a:ea typeface="Arial"/>
                <a:cs typeface="Arial"/>
              </a:rPr>
              <a:t>[Planned or final terms — source]</a:t>
            </a:r>
          </a:p>
        </p:txBody>
      </p:sp>
      <p:sp>
        <p:nvSpPr>
          <p:cNvPr id="22" name="procurement-limit">
            <a:extLst xmlns:a="http://schemas.openxmlformats.org/drawingml/2006/main">
              <a:ext uri="{FF2B5EF4-FFF2-40B4-BE49-F238E27FC236}">
                <a16:creationId xmlns:a16="http://schemas.microsoft.com/office/drawing/2014/main" id="{4AA179CA-E99C-426A-A2A2-99C077C5D83C}"/>
              </a:ext>
            </a:extLst>
          </p:cNvPr>
          <p:cNvSpPr>
            <a:spLocks xmlns:a="http://schemas.openxmlformats.org/drawingml/2006/main" noGrp="1"/>
          </p:cNvSpPr>
          <p:nvPr/>
        </p:nvSpPr>
        <p:spPr>
          <a:xfrm xmlns:a="http://schemas.openxmlformats.org/drawingml/2006/main">
            <a:off x="685800" y="5781675"/>
            <a:ext cx="10820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[What remains unknown until the next notice]</a:t>
            </a:r>
          </a:p>
        </p:txBody>
      </p:sp>
      <p:sp>
        <p:nvSpPr>
          <p:cNvPr id="23" name="">
            <a:extLst xmlns:a="http://schemas.openxmlformats.org/drawingml/2006/main">
              <a:ext uri="{FF2B5EF4-FFF2-40B4-BE49-F238E27FC236}">
                <a16:creationId xmlns:a16="http://schemas.microsoft.com/office/drawing/2014/main" id="{396F7B13-A8DF-4C8F-93A1-CBBFD3F8A19B}"/>
              </a:ext>
            </a:extLst>
          </p:cNvPr>
          <p:cNvSpPr>
            <a:spLocks xmlns:a="http://schemas.openxmlformats.org/drawingml/2006/main" noGrp="1"/>
          </p:cNvSpPr>
          <p:nvPr/>
        </p:nvSpPr>
        <p:spPr>
          <a:xfrm xmlns:a="http://schemas.openxmlformats.org/drawingml/2006/main">
            <a:off x="685800" y="61150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24" name="source-reference">
            <a:extLst xmlns:a="http://schemas.openxmlformats.org/drawingml/2006/main">
              <a:ext uri="{FF2B5EF4-FFF2-40B4-BE49-F238E27FC236}">
                <a16:creationId xmlns:a16="http://schemas.microsoft.com/office/drawing/2014/main" id="{3E38CAAD-82E8-47A8-ABB2-375244C83941}"/>
              </a:ext>
            </a:extLst>
          </p:cNvPr>
          <p:cNvSpPr>
            <a:spLocks xmlns:a="http://schemas.openxmlformats.org/drawingml/2006/main" noGrp="1"/>
          </p:cNvSpPr>
          <p:nvPr/>
        </p:nvSpPr>
        <p:spPr>
          <a:xfrm xmlns:a="http://schemas.openxmlformats.org/drawingml/2006/main">
            <a:off x="685800" y="6286500"/>
            <a:ext cx="976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[Dated source and page references]</a:t>
            </a:r>
          </a:p>
        </p:txBody>
      </p:sp>
      <p:sp>
        <p:nvSpPr>
          <p:cNvPr id="25" name="slide-number">
            <a:extLst xmlns:a="http://schemas.openxmlformats.org/drawingml/2006/main">
              <a:ext uri="{FF2B5EF4-FFF2-40B4-BE49-F238E27FC236}">
                <a16:creationId xmlns:a16="http://schemas.microsoft.com/office/drawing/2014/main" id="{A6463C2E-485C-4E17-98FF-2F463E0A6EED}"/>
              </a:ext>
            </a:extLst>
          </p:cNvPr>
          <p:cNvSpPr>
            <a:spLocks xmlns:a="http://schemas.openxmlformats.org/drawingml/2006/main" noGrp="1"/>
          </p:cNvSpPr>
          <p:nvPr/>
        </p:nvSpPr>
        <p:spPr>
          <a:xfrm xmlns:a="http://schemas.openxmlformats.org/drawingml/2006/main">
            <a:off x="10839450" y="62865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516174"/>
                </a:solidFill>
                <a:latin typeface="Arial"/>
                <a:ea typeface="Arial"/>
                <a:cs typeface="Arial"/>
              </a:defRPr>
            </a:pPr>
            <a:r>
              <a:rPr sz="1800" b="0">
                <a:solidFill>
                  <a:srgbClr val="516174"/>
                </a:solidFill>
                <a:latin typeface="Arial"/>
                <a:ea typeface="Arial"/>
                <a:cs typeface="Arial"/>
              </a:rPr>
              <a:t>3 / 8</a:t>
            </a:r>
          </a:p>
        </p:txBody>
      </p:sp>
    </p:spTree>
    <p:extLst>
      <p:ext uri="{BB962C8B-B14F-4D97-AF65-F5344CB8AC3E}">
        <p14:creationId xmlns:p14="http://schemas.microsoft.com/office/powerpoint/2010/main" val="49725005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23FCAB67-5CF5-4EA0-AD8C-E5261B0F6AC5}"/>
              </a:ext>
            </a:extLst>
          </p:cNvPr>
          <p:cNvSpPr>
            <a:spLocks xmlns:a="http://schemas.openxmlformats.org/drawingml/2006/main" noGrp="1"/>
          </p:cNvSpPr>
          <p:nvPr/>
        </p:nvSpPr>
        <p:spPr>
          <a:xfrm xmlns:a="http://schemas.openxmlformats.org/drawingml/2006/main">
            <a:off x="685800" y="4381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63D"/>
                </a:solidFill>
                <a:latin typeface="Arial"/>
                <a:ea typeface="Arial"/>
                <a:cs typeface="Arial"/>
              </a:defRPr>
            </a:pPr>
            <a:r>
              <a:rPr sz="3300" b="1">
                <a:solidFill>
                  <a:srgbClr val="17263D"/>
                </a:solidFill>
                <a:latin typeface="Arial"/>
                <a:ea typeface="Arial"/>
                <a:cs typeface="Arial"/>
              </a:rPr>
              <a:t>Company fit and gaps</a:t>
            </a:r>
          </a:p>
        </p:txBody>
      </p:sp>
      <p:sp>
        <p:nvSpPr>
          <p:cNvPr id="2" name="slide-lead">
            <a:extLst xmlns:a="http://schemas.openxmlformats.org/drawingml/2006/main">
              <a:ext uri="{FF2B5EF4-FFF2-40B4-BE49-F238E27FC236}">
                <a16:creationId xmlns:a16="http://schemas.microsoft.com/office/drawing/2014/main" id="{14742E62-1DDB-495B-AFDB-0ECE0D1D5B58}"/>
              </a:ext>
            </a:extLst>
          </p:cNvPr>
          <p:cNvSpPr>
            <a:spLocks xmlns:a="http://schemas.openxmlformats.org/drawingml/2006/main" noGrp="1"/>
          </p:cNvSpPr>
          <p:nvPr/>
        </p:nvSpPr>
        <p:spPr>
          <a:xfrm xmlns:a="http://schemas.openxmlformats.org/drawingml/2006/main">
            <a:off x="685800" y="11715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Arial"/>
                <a:ea typeface="Arial"/>
                <a:cs typeface="Arial"/>
              </a:defRPr>
            </a:pPr>
            <a:r>
              <a:rPr sz="1950" b="0">
                <a:solidFill>
                  <a:srgbClr val="516174"/>
                </a:solidFill>
                <a:latin typeface="Arial"/>
                <a:ea typeface="Arial"/>
                <a:cs typeface="Arial"/>
              </a:rPr>
              <a:t>[What the company can support and what still needs proof]</a:t>
            </a:r>
          </a:p>
        </p:txBody>
      </p:sp>
      <p:graphicFrame>
        <p:nvGraphicFramePr>
          <p:cNvPr id="9" name=""/>
          <p:cNvGraphicFramePr/>
          <p:nvPr/>
        </p:nvGraphicFramePr>
        <p:xfrm>
          <a:off xmlns:a="http://schemas.openxmlformats.org/drawingml/2006/main" x="685800" y="2057400"/>
          <a:ext xmlns:a="http://schemas.openxmlformats.org/drawingml/2006/main" cx="10820400" cy="3848100"/>
        </p:xfrm>
        <a:graphic xmlns:a="http://schemas.openxmlformats.org/drawingml/2006/main">
          <a:graphicData uri="http://schemas.openxmlformats.org/drawingml/2006/table">
            <a:tbl>
              <a:tblPr firstRow="1" bandRow="0"/>
              <a:tblGrid>
                <a:gridCol w="2838450"/>
                <a:gridCol w="1657350"/>
                <a:gridCol w="6324600"/>
              </a:tblGrid>
              <a:tr h="533400">
                <a:tc>
                  <a:txBody>
                    <a:bodyPr lIns="152400" tIns="95250" rIns="152400" bIns="95250">
                      <a:noAutofit/>
                    </a:bodyPr>
                    <a:lstStyle/>
                    <a:p>
                      <a:r>
                        <a:rPr sz="1800" b="1">
                          <a:solidFill>
                            <a:srgbClr val="FFFFFF"/>
                          </a:solidFill>
                          <a:latin typeface="Arial"/>
                          <a:ea typeface="Arial"/>
                          <a:cs typeface="Arial"/>
                        </a:rPr>
                        <a:t>Requirement</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263D"/>
                    </a:solidFill>
                  </a:tcPr>
                </a:tc>
                <a:tc>
                  <a:txBody>
                    <a:bodyPr lIns="152400" tIns="95250" rIns="152400" bIns="95250">
                      <a:noAutofit/>
                    </a:bodyPr>
                    <a:lstStyle/>
                    <a:p>
                      <a:r>
                        <a:rPr sz="1800" b="1">
                          <a:solidFill>
                            <a:srgbClr val="FFFFFF"/>
                          </a:solidFill>
                          <a:latin typeface="Arial"/>
                          <a:ea typeface="Arial"/>
                          <a:cs typeface="Arial"/>
                        </a:rPr>
                        <a:t>Status</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263D"/>
                    </a:solidFill>
                  </a:tcPr>
                </a:tc>
                <a:tc>
                  <a:txBody>
                    <a:bodyPr lIns="152400" tIns="95250" rIns="152400" bIns="95250">
                      <a:noAutofit/>
                    </a:bodyPr>
                    <a:lstStyle/>
                    <a:p>
                      <a:r>
                        <a:rPr sz="1800" b="1">
                          <a:solidFill>
                            <a:srgbClr val="FFFFFF"/>
                          </a:solidFill>
                          <a:latin typeface="Arial"/>
                          <a:ea typeface="Arial"/>
                          <a:cs typeface="Arial"/>
                        </a:rPr>
                        <a:t>Company evidence / gap</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263D"/>
                    </a:solidFill>
                  </a:tcPr>
                </a:tc>
              </a:tr>
              <a:tr h="828675">
                <a:tc>
                  <a:txBody>
                    <a:bodyPr lIns="152400" tIns="95250" rIns="152400" bIns="95250">
                      <a:noAutofit/>
                    </a:bodyPr>
                    <a:lstStyle/>
                    <a:p>
                      <a:r>
                        <a:rPr sz="1800" b="0">
                          <a:solidFill>
                            <a:srgbClr val="253447"/>
                          </a:solidFill>
                          <a:latin typeface="Arial"/>
                          <a:ea typeface="Arial"/>
                          <a:cs typeface="Arial"/>
                        </a:rPr>
                        <a:t>[Material need 1]</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c>
                  <a:txBody>
                    <a:bodyPr lIns="152400" tIns="95250" rIns="152400" bIns="95250">
                      <a:noAutofit/>
                    </a:bodyPr>
                    <a:lstStyle/>
                    <a:p>
                      <a:r>
                        <a:rPr sz="1800" b="0">
                          <a:solidFill>
                            <a:srgbClr val="253447"/>
                          </a:solidFill>
                          <a:latin typeface="Arial"/>
                          <a:ea typeface="Arial"/>
                          <a:cs typeface="Arial"/>
                        </a:rPr>
                        <a:t>[Status]</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c>
                  <a:txBody>
                    <a:bodyPr lIns="152400" tIns="95250" rIns="152400" bIns="95250">
                      <a:noAutofit/>
                    </a:bodyPr>
                    <a:lstStyle/>
                    <a:p>
                      <a:r>
                        <a:rPr sz="1800" b="0">
                          <a:solidFill>
                            <a:srgbClr val="253447"/>
                          </a:solidFill>
                          <a:latin typeface="Arial"/>
                          <a:ea typeface="Arial"/>
                          <a:cs typeface="Arial"/>
                        </a:rPr>
                        <a:t>[Company evidence or specific gap — citation]</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r>
              <a:tr h="828675">
                <a:tc>
                  <a:txBody>
                    <a:bodyPr lIns="152400" tIns="95250" rIns="152400" bIns="95250">
                      <a:noAutofit/>
                    </a:bodyPr>
                    <a:lstStyle/>
                    <a:p>
                      <a:r>
                        <a:rPr sz="1800" b="0">
                          <a:solidFill>
                            <a:srgbClr val="253447"/>
                          </a:solidFill>
                          <a:latin typeface="Arial"/>
                          <a:ea typeface="Arial"/>
                          <a:cs typeface="Arial"/>
                        </a:rPr>
                        <a:t>[Material need 2]</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lIns="152400" tIns="95250" rIns="152400" bIns="95250">
                      <a:noAutofit/>
                    </a:bodyPr>
                    <a:lstStyle/>
                    <a:p>
                      <a:r>
                        <a:rPr sz="1800" b="0">
                          <a:solidFill>
                            <a:srgbClr val="253447"/>
                          </a:solidFill>
                          <a:latin typeface="Arial"/>
                          <a:ea typeface="Arial"/>
                          <a:cs typeface="Arial"/>
                        </a:rPr>
                        <a:t>[Status]</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lIns="152400" tIns="95250" rIns="152400" bIns="95250">
                      <a:noAutofit/>
                    </a:bodyPr>
                    <a:lstStyle/>
                    <a:p>
                      <a:r>
                        <a:rPr sz="1800" b="0">
                          <a:solidFill>
                            <a:srgbClr val="253447"/>
                          </a:solidFill>
                          <a:latin typeface="Arial"/>
                          <a:ea typeface="Arial"/>
                          <a:cs typeface="Arial"/>
                        </a:rPr>
                        <a:t>[Company evidence or specific gap — citation]</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r>
              <a:tr h="828675">
                <a:tc>
                  <a:txBody>
                    <a:bodyPr lIns="152400" tIns="95250" rIns="152400" bIns="95250">
                      <a:noAutofit/>
                    </a:bodyPr>
                    <a:lstStyle/>
                    <a:p>
                      <a:r>
                        <a:rPr sz="1800" b="0">
                          <a:solidFill>
                            <a:srgbClr val="253447"/>
                          </a:solidFill>
                          <a:latin typeface="Arial"/>
                          <a:ea typeface="Arial"/>
                          <a:cs typeface="Arial"/>
                        </a:rPr>
                        <a:t>[Material need 3]</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c>
                  <a:txBody>
                    <a:bodyPr lIns="152400" tIns="95250" rIns="152400" bIns="95250">
                      <a:noAutofit/>
                    </a:bodyPr>
                    <a:lstStyle/>
                    <a:p>
                      <a:r>
                        <a:rPr sz="1800" b="0">
                          <a:solidFill>
                            <a:srgbClr val="253447"/>
                          </a:solidFill>
                          <a:latin typeface="Arial"/>
                          <a:ea typeface="Arial"/>
                          <a:cs typeface="Arial"/>
                        </a:rPr>
                        <a:t>[Status]</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c>
                  <a:txBody>
                    <a:bodyPr lIns="152400" tIns="95250" rIns="152400" bIns="95250">
                      <a:noAutofit/>
                    </a:bodyPr>
                    <a:lstStyle/>
                    <a:p>
                      <a:r>
                        <a:rPr sz="1800" b="0">
                          <a:solidFill>
                            <a:srgbClr val="253447"/>
                          </a:solidFill>
                          <a:latin typeface="Arial"/>
                          <a:ea typeface="Arial"/>
                          <a:cs typeface="Arial"/>
                        </a:rPr>
                        <a:t>[Company evidence or specific gap — citation]</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r>
              <a:tr h="828675">
                <a:tc>
                  <a:txBody>
                    <a:bodyPr lIns="152400" tIns="95250" rIns="152400" bIns="95250">
                      <a:noAutofit/>
                    </a:bodyPr>
                    <a:lstStyle/>
                    <a:p>
                      <a:r>
                        <a:rPr sz="1800" b="0">
                          <a:solidFill>
                            <a:srgbClr val="253447"/>
                          </a:solidFill>
                          <a:latin typeface="Arial"/>
                          <a:ea typeface="Arial"/>
                          <a:cs typeface="Arial"/>
                        </a:rPr>
                        <a:t>[Material need 4]</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lIns="152400" tIns="95250" rIns="152400" bIns="95250">
                      <a:noAutofit/>
                    </a:bodyPr>
                    <a:lstStyle/>
                    <a:p>
                      <a:r>
                        <a:rPr sz="1800" b="0">
                          <a:solidFill>
                            <a:srgbClr val="253447"/>
                          </a:solidFill>
                          <a:latin typeface="Arial"/>
                          <a:ea typeface="Arial"/>
                          <a:cs typeface="Arial"/>
                        </a:rPr>
                        <a:t>[Status]</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lIns="152400" tIns="95250" rIns="152400" bIns="95250">
                      <a:noAutofit/>
                    </a:bodyPr>
                    <a:lstStyle/>
                    <a:p>
                      <a:r>
                        <a:rPr sz="1800" b="0">
                          <a:solidFill>
                            <a:srgbClr val="253447"/>
                          </a:solidFill>
                          <a:latin typeface="Arial"/>
                          <a:ea typeface="Arial"/>
                          <a:cs typeface="Arial"/>
                        </a:rPr>
                        <a:t>[Company evidence or specific gap — citation]</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8C9EC26-3B9F-4E61-8988-12BC4A94F922}"/>
              </a:ext>
            </a:extLst>
          </p:cNvPr>
          <p:cNvSpPr>
            <a:spLocks xmlns:a="http://schemas.openxmlformats.org/drawingml/2006/main" noGrp="1"/>
          </p:cNvSpPr>
          <p:nvPr/>
        </p:nvSpPr>
        <p:spPr>
          <a:xfrm xmlns:a="http://schemas.openxmlformats.org/drawingml/2006/main">
            <a:off x="685800" y="61150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5" name="source-reference">
            <a:extLst xmlns:a="http://schemas.openxmlformats.org/drawingml/2006/main">
              <a:ext uri="{FF2B5EF4-FFF2-40B4-BE49-F238E27FC236}">
                <a16:creationId xmlns:a16="http://schemas.microsoft.com/office/drawing/2014/main" id="{9A247B43-B082-4DA3-99F3-410B9F09BD63}"/>
              </a:ext>
            </a:extLst>
          </p:cNvPr>
          <p:cNvSpPr>
            <a:spLocks xmlns:a="http://schemas.openxmlformats.org/drawingml/2006/main" noGrp="1"/>
          </p:cNvSpPr>
          <p:nvPr/>
        </p:nvSpPr>
        <p:spPr>
          <a:xfrm xmlns:a="http://schemas.openxmlformats.org/drawingml/2006/main">
            <a:off x="685800" y="6286500"/>
            <a:ext cx="976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[Requirement sources and company evidence]</a:t>
            </a:r>
          </a:p>
        </p:txBody>
      </p:sp>
      <p:sp>
        <p:nvSpPr>
          <p:cNvPr id="6" name="slide-number">
            <a:extLst xmlns:a="http://schemas.openxmlformats.org/drawingml/2006/main">
              <a:ext uri="{FF2B5EF4-FFF2-40B4-BE49-F238E27FC236}">
                <a16:creationId xmlns:a16="http://schemas.microsoft.com/office/drawing/2014/main" id="{764895D9-FF6F-4345-AAA1-86492773E0A7}"/>
              </a:ext>
            </a:extLst>
          </p:cNvPr>
          <p:cNvSpPr>
            <a:spLocks xmlns:a="http://schemas.openxmlformats.org/drawingml/2006/main" noGrp="1"/>
          </p:cNvSpPr>
          <p:nvPr/>
        </p:nvSpPr>
        <p:spPr>
          <a:xfrm xmlns:a="http://schemas.openxmlformats.org/drawingml/2006/main">
            <a:off x="10839450" y="62865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516174"/>
                </a:solidFill>
                <a:latin typeface="Arial"/>
                <a:ea typeface="Arial"/>
                <a:cs typeface="Arial"/>
              </a:defRPr>
            </a:pPr>
            <a:r>
              <a:rPr sz="1800" b="0">
                <a:solidFill>
                  <a:srgbClr val="516174"/>
                </a:solidFill>
                <a:latin typeface="Arial"/>
                <a:ea typeface="Arial"/>
                <a:cs typeface="Arial"/>
              </a:rPr>
              <a:t>4 / 8</a:t>
            </a:r>
          </a:p>
        </p:txBody>
      </p:sp>
    </p:spTree>
    <p:extLst>
      <p:ext uri="{BB962C8B-B14F-4D97-AF65-F5344CB8AC3E}">
        <p14:creationId xmlns:p14="http://schemas.microsoft.com/office/powerpoint/2010/main" val="190522785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4912621F-6A15-4A7F-B0F6-534633F0162B}"/>
              </a:ext>
            </a:extLst>
          </p:cNvPr>
          <p:cNvSpPr>
            <a:spLocks xmlns:a="http://schemas.openxmlformats.org/drawingml/2006/main" noGrp="1"/>
          </p:cNvSpPr>
          <p:nvPr/>
        </p:nvSpPr>
        <p:spPr>
          <a:xfrm xmlns:a="http://schemas.openxmlformats.org/drawingml/2006/main">
            <a:off x="685800" y="4381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63D"/>
                </a:solidFill>
                <a:latin typeface="Arial"/>
                <a:ea typeface="Arial"/>
                <a:cs typeface="Arial"/>
              </a:defRPr>
            </a:pPr>
            <a:r>
              <a:rPr sz="3300" b="1">
                <a:solidFill>
                  <a:srgbClr val="17263D"/>
                </a:solidFill>
                <a:latin typeface="Arial"/>
                <a:ea typeface="Arial"/>
                <a:cs typeface="Arial"/>
              </a:rPr>
              <a:t>Delivery and partner strategy</a:t>
            </a:r>
          </a:p>
        </p:txBody>
      </p:sp>
      <p:sp>
        <p:nvSpPr>
          <p:cNvPr id="2" name="slide-lead">
            <a:extLst xmlns:a="http://schemas.openxmlformats.org/drawingml/2006/main">
              <a:ext uri="{FF2B5EF4-FFF2-40B4-BE49-F238E27FC236}">
                <a16:creationId xmlns:a16="http://schemas.microsoft.com/office/drawing/2014/main" id="{27D36FF2-9CFF-417E-B071-B427CF41F829}"/>
              </a:ext>
            </a:extLst>
          </p:cNvPr>
          <p:cNvSpPr>
            <a:spLocks xmlns:a="http://schemas.openxmlformats.org/drawingml/2006/main" noGrp="1"/>
          </p:cNvSpPr>
          <p:nvPr/>
        </p:nvSpPr>
        <p:spPr>
          <a:xfrm xmlns:a="http://schemas.openxmlformats.org/drawingml/2006/main">
            <a:off x="685800" y="11715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Arial"/>
                <a:ea typeface="Arial"/>
                <a:cs typeface="Arial"/>
              </a:defRPr>
            </a:pPr>
            <a:r>
              <a:rPr sz="1950" b="0">
                <a:solidFill>
                  <a:srgbClr val="516174"/>
                </a:solidFill>
                <a:latin typeface="Arial"/>
                <a:ea typeface="Arial"/>
                <a:cs typeface="Arial"/>
              </a:rPr>
              <a:t>[The delivery role to test during capture]</a:t>
            </a:r>
          </a:p>
        </p:txBody>
      </p:sp>
      <p:sp>
        <p:nvSpPr>
          <p:cNvPr id="3" name="">
            <a:extLst xmlns:a="http://schemas.openxmlformats.org/drawingml/2006/main">
              <a:ext uri="{FF2B5EF4-FFF2-40B4-BE49-F238E27FC236}">
                <a16:creationId xmlns:a16="http://schemas.microsoft.com/office/drawing/2014/main" id="{F8D51E80-3B3D-4F5B-89DF-AF4AE0BA58B8}"/>
              </a:ext>
            </a:extLst>
          </p:cNvPr>
          <p:cNvSpPr>
            <a:spLocks xmlns:a="http://schemas.openxmlformats.org/drawingml/2006/main" noGrp="1"/>
          </p:cNvSpPr>
          <p:nvPr/>
        </p:nvSpPr>
        <p:spPr>
          <a:xfrm xmlns:a="http://schemas.openxmlformats.org/drawingml/2006/main">
            <a:off x="685800" y="2190750"/>
            <a:ext cx="5219700" cy="0"/>
          </a:xfrm>
          <a:prstGeom xmlns:a="http://schemas.openxmlformats.org/drawingml/2006/main" prst="line">
            <a:avLst/>
          </a:prstGeom>
          <a:noFill xmlns:a="http://schemas.openxmlformats.org/drawingml/2006/main"/>
          <a:ln xmlns:a="http://schemas.openxmlformats.org/drawingml/2006/main" w="9525">
            <a:solidFill>
              <a:srgbClr val="247D80"/>
            </a:solidFill>
          </a:ln>
        </p:spPr>
      </p:sp>
      <p:sp>
        <p:nvSpPr>
          <p:cNvPr id="4" name="placeholder-1-route">
            <a:extLst xmlns:a="http://schemas.openxmlformats.org/drawingml/2006/main">
              <a:ext uri="{FF2B5EF4-FFF2-40B4-BE49-F238E27FC236}">
                <a16:creationId xmlns:a16="http://schemas.microsoft.com/office/drawing/2014/main" id="{4AD921B2-D48A-46CE-BFD6-01F8402D68A2}"/>
              </a:ext>
            </a:extLst>
          </p:cNvPr>
          <p:cNvSpPr>
            <a:spLocks xmlns:a="http://schemas.openxmlformats.org/drawingml/2006/main" noGrp="1"/>
          </p:cNvSpPr>
          <p:nvPr/>
        </p:nvSpPr>
        <p:spPr>
          <a:xfrm xmlns:a="http://schemas.openxmlformats.org/drawingml/2006/main">
            <a:off x="685800" y="2466975"/>
            <a:ext cx="50958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63D"/>
                </a:solidFill>
                <a:latin typeface="Arial"/>
                <a:ea typeface="Arial"/>
                <a:cs typeface="Arial"/>
              </a:defRPr>
            </a:pPr>
            <a:r>
              <a:rPr sz="2550" b="1">
                <a:solidFill>
                  <a:srgbClr val="17263D"/>
                </a:solidFill>
                <a:latin typeface="Arial"/>
                <a:ea typeface="Arial"/>
                <a:cs typeface="Arial"/>
              </a:rPr>
              <a:t>[Delivery route 1]</a:t>
            </a:r>
          </a:p>
        </p:txBody>
      </p:sp>
      <p:sp>
        <p:nvSpPr>
          <p:cNvPr id="5" name="placeholder-1-scope">
            <a:extLst xmlns:a="http://schemas.openxmlformats.org/drawingml/2006/main">
              <a:ext uri="{FF2B5EF4-FFF2-40B4-BE49-F238E27FC236}">
                <a16:creationId xmlns:a16="http://schemas.microsoft.com/office/drawing/2014/main" id="{A50B9828-2851-4761-9805-7AD0C71A367B}"/>
              </a:ext>
            </a:extLst>
          </p:cNvPr>
          <p:cNvSpPr>
            <a:spLocks xmlns:a="http://schemas.openxmlformats.org/drawingml/2006/main" noGrp="1"/>
          </p:cNvSpPr>
          <p:nvPr/>
        </p:nvSpPr>
        <p:spPr>
          <a:xfrm xmlns:a="http://schemas.openxmlformats.org/drawingml/2006/main">
            <a:off x="685800" y="3609975"/>
            <a:ext cx="5095875"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53447"/>
                </a:solidFill>
                <a:latin typeface="Arial"/>
                <a:ea typeface="Arial"/>
                <a:cs typeface="Arial"/>
              </a:defRPr>
            </a:pPr>
            <a:r>
              <a:rPr sz="2100" b="0">
                <a:solidFill>
                  <a:srgbClr val="253447"/>
                </a:solidFill>
                <a:latin typeface="Arial"/>
                <a:ea typeface="Arial"/>
                <a:cs typeface="Arial"/>
              </a:rPr>
              <a:t>[Company role, partner role and the</a:t>
            </a:r>
          </a:p>
          <a:p xmlns:a="http://schemas.openxmlformats.org/drawingml/2006/main">
            <a:pPr algn="l">
              <a:defRPr sz="2100" b="0">
                <a:solidFill>
                  <a:srgbClr val="253447"/>
                </a:solidFill>
                <a:latin typeface="Arial"/>
                <a:ea typeface="Arial"/>
                <a:cs typeface="Arial"/>
              </a:defRPr>
            </a:pPr>
            <a:r>
              <a:rPr sz="2100" b="0">
                <a:solidFill>
                  <a:srgbClr val="253447"/>
                </a:solidFill>
                <a:latin typeface="Arial"/>
                <a:ea typeface="Arial"/>
                <a:cs typeface="Arial"/>
              </a:rPr>
              <a:t>evidence needed to make this route</a:t>
            </a:r>
          </a:p>
          <a:p xmlns:a="http://schemas.openxmlformats.org/drawingml/2006/main">
            <a:pPr algn="l">
              <a:defRPr sz="2100" b="0">
                <a:solidFill>
                  <a:srgbClr val="253447"/>
                </a:solidFill>
                <a:latin typeface="Arial"/>
                <a:ea typeface="Arial"/>
                <a:cs typeface="Arial"/>
              </a:defRPr>
            </a:pPr>
            <a:r>
              <a:rPr sz="2100" b="0">
                <a:solidFill>
                  <a:srgbClr val="253447"/>
                </a:solidFill>
                <a:latin typeface="Arial"/>
                <a:ea typeface="Arial"/>
                <a:cs typeface="Arial"/>
              </a:rPr>
              <a:t>credible]</a:t>
            </a:r>
          </a:p>
        </p:txBody>
      </p:sp>
      <p:sp>
        <p:nvSpPr>
          <p:cNvPr id="6" name="">
            <a:extLst xmlns:a="http://schemas.openxmlformats.org/drawingml/2006/main">
              <a:ext uri="{FF2B5EF4-FFF2-40B4-BE49-F238E27FC236}">
                <a16:creationId xmlns:a16="http://schemas.microsoft.com/office/drawing/2014/main" id="{CDB42BF8-3A3B-43BB-A4BB-987B0C1D5F1A}"/>
              </a:ext>
            </a:extLst>
          </p:cNvPr>
          <p:cNvSpPr>
            <a:spLocks xmlns:a="http://schemas.openxmlformats.org/drawingml/2006/main" noGrp="1"/>
          </p:cNvSpPr>
          <p:nvPr/>
        </p:nvSpPr>
        <p:spPr>
          <a:xfrm xmlns:a="http://schemas.openxmlformats.org/drawingml/2006/main">
            <a:off x="6286500" y="2190750"/>
            <a:ext cx="5219700" cy="0"/>
          </a:xfrm>
          <a:prstGeom xmlns:a="http://schemas.openxmlformats.org/drawingml/2006/main" prst="line">
            <a:avLst/>
          </a:prstGeom>
          <a:noFill xmlns:a="http://schemas.openxmlformats.org/drawingml/2006/main"/>
          <a:ln xmlns:a="http://schemas.openxmlformats.org/drawingml/2006/main" w="9525">
            <a:solidFill>
              <a:srgbClr val="247D80"/>
            </a:solidFill>
          </a:ln>
        </p:spPr>
      </p:sp>
      <p:sp>
        <p:nvSpPr>
          <p:cNvPr id="7" name="placeholder-2-route">
            <a:extLst xmlns:a="http://schemas.openxmlformats.org/drawingml/2006/main">
              <a:ext uri="{FF2B5EF4-FFF2-40B4-BE49-F238E27FC236}">
                <a16:creationId xmlns:a16="http://schemas.microsoft.com/office/drawing/2014/main" id="{49D68FD5-D335-4F00-8C69-4F1BAB448D63}"/>
              </a:ext>
            </a:extLst>
          </p:cNvPr>
          <p:cNvSpPr>
            <a:spLocks xmlns:a="http://schemas.openxmlformats.org/drawingml/2006/main" noGrp="1"/>
          </p:cNvSpPr>
          <p:nvPr/>
        </p:nvSpPr>
        <p:spPr>
          <a:xfrm xmlns:a="http://schemas.openxmlformats.org/drawingml/2006/main">
            <a:off x="6286500" y="2466975"/>
            <a:ext cx="50958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63D"/>
                </a:solidFill>
                <a:latin typeface="Arial"/>
                <a:ea typeface="Arial"/>
                <a:cs typeface="Arial"/>
              </a:defRPr>
            </a:pPr>
            <a:r>
              <a:rPr sz="2550" b="1">
                <a:solidFill>
                  <a:srgbClr val="17263D"/>
                </a:solidFill>
                <a:latin typeface="Arial"/>
                <a:ea typeface="Arial"/>
                <a:cs typeface="Arial"/>
              </a:rPr>
              <a:t>[Delivery route 2]</a:t>
            </a:r>
          </a:p>
        </p:txBody>
      </p:sp>
      <p:sp>
        <p:nvSpPr>
          <p:cNvPr id="8" name="placeholder-2-scope">
            <a:extLst xmlns:a="http://schemas.openxmlformats.org/drawingml/2006/main">
              <a:ext uri="{FF2B5EF4-FFF2-40B4-BE49-F238E27FC236}">
                <a16:creationId xmlns:a16="http://schemas.microsoft.com/office/drawing/2014/main" id="{F722908C-1921-4BEC-BF3C-AD832D3B621A}"/>
              </a:ext>
            </a:extLst>
          </p:cNvPr>
          <p:cNvSpPr>
            <a:spLocks xmlns:a="http://schemas.openxmlformats.org/drawingml/2006/main" noGrp="1"/>
          </p:cNvSpPr>
          <p:nvPr/>
        </p:nvSpPr>
        <p:spPr>
          <a:xfrm xmlns:a="http://schemas.openxmlformats.org/drawingml/2006/main">
            <a:off x="6286500" y="3609975"/>
            <a:ext cx="5095875"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53447"/>
                </a:solidFill>
                <a:latin typeface="Arial"/>
                <a:ea typeface="Arial"/>
                <a:cs typeface="Arial"/>
              </a:defRPr>
            </a:pPr>
            <a:r>
              <a:rPr sz="2100" b="0">
                <a:solidFill>
                  <a:srgbClr val="253447"/>
                </a:solidFill>
                <a:latin typeface="Arial"/>
                <a:ea typeface="Arial"/>
                <a:cs typeface="Arial"/>
              </a:rPr>
              <a:t>[Company role, partner role and the</a:t>
            </a:r>
          </a:p>
          <a:p xmlns:a="http://schemas.openxmlformats.org/drawingml/2006/main">
            <a:pPr algn="l">
              <a:defRPr sz="2100" b="0">
                <a:solidFill>
                  <a:srgbClr val="253447"/>
                </a:solidFill>
                <a:latin typeface="Arial"/>
                <a:ea typeface="Arial"/>
                <a:cs typeface="Arial"/>
              </a:defRPr>
            </a:pPr>
            <a:r>
              <a:rPr sz="2100" b="0">
                <a:solidFill>
                  <a:srgbClr val="253447"/>
                </a:solidFill>
                <a:latin typeface="Arial"/>
                <a:ea typeface="Arial"/>
                <a:cs typeface="Arial"/>
              </a:rPr>
              <a:t>evidence needed to make this route</a:t>
            </a:r>
          </a:p>
          <a:p xmlns:a="http://schemas.openxmlformats.org/drawingml/2006/main">
            <a:pPr algn="l">
              <a:defRPr sz="2100" b="0">
                <a:solidFill>
                  <a:srgbClr val="253447"/>
                </a:solidFill>
                <a:latin typeface="Arial"/>
                <a:ea typeface="Arial"/>
                <a:cs typeface="Arial"/>
              </a:defRPr>
            </a:pPr>
            <a:r>
              <a:rPr sz="2100" b="0">
                <a:solidFill>
                  <a:srgbClr val="253447"/>
                </a:solidFill>
                <a:latin typeface="Arial"/>
                <a:ea typeface="Arial"/>
                <a:cs typeface="Arial"/>
              </a:rPr>
              <a:t>credible]</a:t>
            </a:r>
          </a:p>
        </p:txBody>
      </p:sp>
      <p:sp>
        <p:nvSpPr>
          <p:cNvPr id="9" name="route-checkpoint">
            <a:extLst xmlns:a="http://schemas.openxmlformats.org/drawingml/2006/main">
              <a:ext uri="{FF2B5EF4-FFF2-40B4-BE49-F238E27FC236}">
                <a16:creationId xmlns:a16="http://schemas.microsoft.com/office/drawing/2014/main" id="{EDD0260F-9953-473D-B029-893902D65444}"/>
              </a:ext>
            </a:extLst>
          </p:cNvPr>
          <p:cNvSpPr>
            <a:spLocks xmlns:a="http://schemas.openxmlformats.org/drawingml/2006/main" noGrp="1"/>
          </p:cNvSpPr>
          <p:nvPr/>
        </p:nvSpPr>
        <p:spPr>
          <a:xfrm xmlns:a="http://schemas.openxmlformats.org/drawingml/2006/main">
            <a:off x="685800" y="5581650"/>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47D80"/>
                </a:solidFill>
                <a:latin typeface="Arial"/>
                <a:ea typeface="Arial"/>
                <a:cs typeface="Arial"/>
              </a:defRPr>
            </a:pPr>
            <a:r>
              <a:rPr sz="1950" b="1">
                <a:solidFill>
                  <a:srgbClr val="247D80"/>
                </a:solidFill>
                <a:latin typeface="Arial"/>
                <a:ea typeface="Arial"/>
                <a:cs typeface="Arial"/>
              </a:rPr>
              <a:t>[Evidence required to choose a delivery route]</a:t>
            </a:r>
          </a:p>
        </p:txBody>
      </p:sp>
      <p:sp>
        <p:nvSpPr>
          <p:cNvPr id="10" name="">
            <a:extLst xmlns:a="http://schemas.openxmlformats.org/drawingml/2006/main">
              <a:ext uri="{FF2B5EF4-FFF2-40B4-BE49-F238E27FC236}">
                <a16:creationId xmlns:a16="http://schemas.microsoft.com/office/drawing/2014/main" id="{08B530CC-852A-495C-BD2B-CA3FE0E6EDC5}"/>
              </a:ext>
            </a:extLst>
          </p:cNvPr>
          <p:cNvSpPr>
            <a:spLocks xmlns:a="http://schemas.openxmlformats.org/drawingml/2006/main" noGrp="1"/>
          </p:cNvSpPr>
          <p:nvPr/>
        </p:nvSpPr>
        <p:spPr>
          <a:xfrm xmlns:a="http://schemas.openxmlformats.org/drawingml/2006/main">
            <a:off x="685800" y="61150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11" name="source-reference">
            <a:extLst xmlns:a="http://schemas.openxmlformats.org/drawingml/2006/main">
              <a:ext uri="{FF2B5EF4-FFF2-40B4-BE49-F238E27FC236}">
                <a16:creationId xmlns:a16="http://schemas.microsoft.com/office/drawing/2014/main" id="{CC16C47F-0090-4ABF-BE8E-2F8767845F48}"/>
              </a:ext>
            </a:extLst>
          </p:cNvPr>
          <p:cNvSpPr>
            <a:spLocks xmlns:a="http://schemas.openxmlformats.org/drawingml/2006/main" noGrp="1"/>
          </p:cNvSpPr>
          <p:nvPr/>
        </p:nvSpPr>
        <p:spPr>
          <a:xfrm xmlns:a="http://schemas.openxmlformats.org/drawingml/2006/main">
            <a:off x="685800" y="6286500"/>
            <a:ext cx="976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[Company assumptions, commitments and scope sources]</a:t>
            </a:r>
          </a:p>
        </p:txBody>
      </p:sp>
      <p:sp>
        <p:nvSpPr>
          <p:cNvPr id="12" name="slide-number">
            <a:extLst xmlns:a="http://schemas.openxmlformats.org/drawingml/2006/main">
              <a:ext uri="{FF2B5EF4-FFF2-40B4-BE49-F238E27FC236}">
                <a16:creationId xmlns:a16="http://schemas.microsoft.com/office/drawing/2014/main" id="{0B9997FA-3B1F-41AF-B6AC-8ACA2C9BDAE2}"/>
              </a:ext>
            </a:extLst>
          </p:cNvPr>
          <p:cNvSpPr>
            <a:spLocks xmlns:a="http://schemas.openxmlformats.org/drawingml/2006/main" noGrp="1"/>
          </p:cNvSpPr>
          <p:nvPr/>
        </p:nvSpPr>
        <p:spPr>
          <a:xfrm xmlns:a="http://schemas.openxmlformats.org/drawingml/2006/main">
            <a:off x="10839450" y="62865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516174"/>
                </a:solidFill>
                <a:latin typeface="Arial"/>
                <a:ea typeface="Arial"/>
                <a:cs typeface="Arial"/>
              </a:defRPr>
            </a:pPr>
            <a:r>
              <a:rPr sz="1800" b="0">
                <a:solidFill>
                  <a:srgbClr val="516174"/>
                </a:solidFill>
                <a:latin typeface="Arial"/>
                <a:ea typeface="Arial"/>
                <a:cs typeface="Arial"/>
              </a:rPr>
              <a:t>5 / 8</a:t>
            </a:r>
          </a:p>
        </p:txBody>
      </p:sp>
    </p:spTree>
    <p:extLst>
      <p:ext uri="{BB962C8B-B14F-4D97-AF65-F5344CB8AC3E}">
        <p14:creationId xmlns:p14="http://schemas.microsoft.com/office/powerpoint/2010/main" val="93345400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FF129789-B123-4C7A-995B-A5AACD3A9D5E}"/>
              </a:ext>
            </a:extLst>
          </p:cNvPr>
          <p:cNvSpPr>
            <a:spLocks xmlns:a="http://schemas.openxmlformats.org/drawingml/2006/main" noGrp="1"/>
          </p:cNvSpPr>
          <p:nvPr/>
        </p:nvSpPr>
        <p:spPr>
          <a:xfrm xmlns:a="http://schemas.openxmlformats.org/drawingml/2006/main">
            <a:off x="685800" y="4381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63D"/>
                </a:solidFill>
                <a:latin typeface="Arial"/>
                <a:ea typeface="Arial"/>
                <a:cs typeface="Arial"/>
              </a:defRPr>
            </a:pPr>
            <a:r>
              <a:rPr sz="3300" b="1">
                <a:solidFill>
                  <a:srgbClr val="17263D"/>
                </a:solidFill>
                <a:latin typeface="Arial"/>
                <a:ea typeface="Arial"/>
                <a:cs typeface="Arial"/>
              </a:rPr>
              <a:t>Capture effort and economics</a:t>
            </a:r>
          </a:p>
        </p:txBody>
      </p:sp>
      <p:sp>
        <p:nvSpPr>
          <p:cNvPr id="2" name="slide-lead">
            <a:extLst xmlns:a="http://schemas.openxmlformats.org/drawingml/2006/main">
              <a:ext uri="{FF2B5EF4-FFF2-40B4-BE49-F238E27FC236}">
                <a16:creationId xmlns:a16="http://schemas.microsoft.com/office/drawing/2014/main" id="{A6400158-E15C-4501-B8EA-D62F9E19CFF4}"/>
              </a:ext>
            </a:extLst>
          </p:cNvPr>
          <p:cNvSpPr>
            <a:spLocks xmlns:a="http://schemas.openxmlformats.org/drawingml/2006/main" noGrp="1"/>
          </p:cNvSpPr>
          <p:nvPr/>
        </p:nvSpPr>
        <p:spPr>
          <a:xfrm xmlns:a="http://schemas.openxmlformats.org/drawingml/2006/main">
            <a:off x="685800" y="11715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Arial"/>
                <a:ea typeface="Arial"/>
                <a:cs typeface="Arial"/>
              </a:defRPr>
            </a:pPr>
            <a:r>
              <a:rPr sz="1950" b="0">
                <a:solidFill>
                  <a:srgbClr val="516174"/>
                </a:solidFill>
                <a:latin typeface="Arial"/>
                <a:ea typeface="Arial"/>
                <a:cs typeface="Arial"/>
              </a:rPr>
              <a:t>[The internal work and resources requested before the next decision]</a:t>
            </a:r>
          </a:p>
        </p:txBody>
      </p:sp>
      <p:sp>
        <p:nvSpPr>
          <p:cNvPr id="3" name="hours">
            <a:extLst xmlns:a="http://schemas.openxmlformats.org/drawingml/2006/main">
              <a:ext uri="{FF2B5EF4-FFF2-40B4-BE49-F238E27FC236}">
                <a16:creationId xmlns:a16="http://schemas.microsoft.com/office/drawing/2014/main" id="{A300A5DA-0775-4879-BE80-0FF0BE3774BE}"/>
              </a:ext>
            </a:extLst>
          </p:cNvPr>
          <p:cNvSpPr>
            <a:spLocks xmlns:a="http://schemas.openxmlformats.org/drawingml/2006/main" noGrp="1"/>
          </p:cNvSpPr>
          <p:nvPr/>
        </p:nvSpPr>
        <p:spPr>
          <a:xfrm xmlns:a="http://schemas.openxmlformats.org/drawingml/2006/main">
            <a:off x="685800" y="2247900"/>
            <a:ext cx="43148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17263D"/>
                </a:solidFill>
                <a:latin typeface="Arial"/>
                <a:ea typeface="Arial"/>
                <a:cs typeface="Arial"/>
              </a:defRPr>
            </a:pPr>
            <a:r>
              <a:rPr sz="4950" b="1">
                <a:solidFill>
                  <a:srgbClr val="17263D"/>
                </a:solidFill>
                <a:latin typeface="Arial"/>
                <a:ea typeface="Arial"/>
                <a:cs typeface="Arial"/>
              </a:rPr>
              <a:t>[Hours]</a:t>
            </a:r>
          </a:p>
        </p:txBody>
      </p:sp>
      <p:sp>
        <p:nvSpPr>
          <p:cNvPr id="4" name="duration">
            <a:extLst xmlns:a="http://schemas.openxmlformats.org/drawingml/2006/main">
              <a:ext uri="{FF2B5EF4-FFF2-40B4-BE49-F238E27FC236}">
                <a16:creationId xmlns:a16="http://schemas.microsoft.com/office/drawing/2014/main" id="{85D1EE9E-79DE-4B74-B991-C7AF6EC15961}"/>
              </a:ext>
            </a:extLst>
          </p:cNvPr>
          <p:cNvSpPr>
            <a:spLocks xmlns:a="http://schemas.openxmlformats.org/drawingml/2006/main" noGrp="1"/>
          </p:cNvSpPr>
          <p:nvPr/>
        </p:nvSpPr>
        <p:spPr>
          <a:xfrm xmlns:a="http://schemas.openxmlformats.org/drawingml/2006/main">
            <a:off x="685800" y="3286125"/>
            <a:ext cx="43148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16174"/>
                </a:solidFill>
                <a:latin typeface="Arial"/>
                <a:ea typeface="Arial"/>
                <a:cs typeface="Arial"/>
              </a:defRPr>
            </a:pPr>
            <a:r>
              <a:rPr sz="2250" b="0">
                <a:solidFill>
                  <a:srgbClr val="516174"/>
                </a:solidFill>
                <a:latin typeface="Arial"/>
                <a:ea typeface="Arial"/>
                <a:cs typeface="Arial"/>
              </a:rPr>
              <a:t>[Assessment period]</a:t>
            </a:r>
          </a:p>
        </p:txBody>
      </p:sp>
      <p:sp>
        <p:nvSpPr>
          <p:cNvPr id="5" name="internal-cost">
            <a:extLst xmlns:a="http://schemas.openxmlformats.org/drawingml/2006/main">
              <a:ext uri="{FF2B5EF4-FFF2-40B4-BE49-F238E27FC236}">
                <a16:creationId xmlns:a16="http://schemas.microsoft.com/office/drawing/2014/main" id="{FD89B058-04E4-45B7-BF93-167ED71EF916}"/>
              </a:ext>
            </a:extLst>
          </p:cNvPr>
          <p:cNvSpPr>
            <a:spLocks xmlns:a="http://schemas.openxmlformats.org/drawingml/2006/main" noGrp="1"/>
          </p:cNvSpPr>
          <p:nvPr/>
        </p:nvSpPr>
        <p:spPr>
          <a:xfrm xmlns:a="http://schemas.openxmlformats.org/drawingml/2006/main">
            <a:off x="685800" y="4038600"/>
            <a:ext cx="43148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47D80"/>
                </a:solidFill>
                <a:latin typeface="Arial"/>
                <a:ea typeface="Arial"/>
                <a:cs typeface="Arial"/>
              </a:defRPr>
            </a:pPr>
            <a:r>
              <a:rPr sz="4350" b="1">
                <a:solidFill>
                  <a:srgbClr val="247D80"/>
                </a:solidFill>
                <a:latin typeface="Arial"/>
                <a:ea typeface="Arial"/>
                <a:cs typeface="Arial"/>
              </a:rPr>
              <a:t>[Internal cost]</a:t>
            </a:r>
          </a:p>
        </p:txBody>
      </p:sp>
      <p:sp>
        <p:nvSpPr>
          <p:cNvPr id="6" name="hourly-cost">
            <a:extLst xmlns:a="http://schemas.openxmlformats.org/drawingml/2006/main">
              <a:ext uri="{FF2B5EF4-FFF2-40B4-BE49-F238E27FC236}">
                <a16:creationId xmlns:a16="http://schemas.microsoft.com/office/drawing/2014/main" id="{20C41A05-D4BC-46BC-BF11-D8C5DCEF5DE7}"/>
              </a:ext>
            </a:extLst>
          </p:cNvPr>
          <p:cNvSpPr>
            <a:spLocks xmlns:a="http://schemas.openxmlformats.org/drawingml/2006/main" noGrp="1"/>
          </p:cNvSpPr>
          <p:nvPr/>
        </p:nvSpPr>
        <p:spPr>
          <a:xfrm xmlns:a="http://schemas.openxmlformats.org/drawingml/2006/main">
            <a:off x="685800" y="4943475"/>
            <a:ext cx="43148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[Internal hourly cost]</a:t>
            </a:r>
          </a:p>
        </p:txBody>
      </p:sp>
      <p:graphicFrame>
        <p:nvGraphicFramePr>
          <p:cNvPr id="18" name=""/>
          <p:cNvGraphicFramePr/>
          <p:nvPr/>
        </p:nvGraphicFramePr>
        <p:xfrm>
          <a:off xmlns:a="http://schemas.openxmlformats.org/drawingml/2006/main" x="5581650" y="2247900"/>
          <a:ext xmlns:a="http://schemas.openxmlformats.org/drawingml/2006/main" cx="5924550" cy="3390900"/>
        </p:xfrm>
        <a:graphic xmlns:a="http://schemas.openxmlformats.org/drawingml/2006/main">
          <a:graphicData uri="http://schemas.openxmlformats.org/drawingml/2006/table">
            <a:tbl>
              <a:tblPr firstRow="1" bandRow="0"/>
              <a:tblGrid>
                <a:gridCol w="4638675"/>
                <a:gridCol w="1285875"/>
              </a:tblGrid>
              <a:tr h="533400">
                <a:tc>
                  <a:txBody>
                    <a:bodyPr lIns="152400" tIns="95250" rIns="152400" bIns="95250">
                      <a:noAutofit/>
                    </a:bodyPr>
                    <a:lstStyle/>
                    <a:p>
                      <a:r>
                        <a:rPr sz="1800" b="1">
                          <a:solidFill>
                            <a:srgbClr val="FFFFFF"/>
                          </a:solidFill>
                          <a:latin typeface="Arial"/>
                          <a:ea typeface="Arial"/>
                          <a:cs typeface="Arial"/>
                        </a:rPr>
                        <a:t>Work</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263D"/>
                    </a:solidFill>
                  </a:tcPr>
                </a:tc>
                <a:tc>
                  <a:txBody>
                    <a:bodyPr lIns="152400" tIns="95250" rIns="152400" bIns="95250">
                      <a:noAutofit/>
                    </a:bodyPr>
                    <a:lstStyle/>
                    <a:p>
                      <a:r>
                        <a:rPr sz="1800" b="1">
                          <a:solidFill>
                            <a:srgbClr val="FFFFFF"/>
                          </a:solidFill>
                          <a:latin typeface="Arial"/>
                          <a:ea typeface="Arial"/>
                          <a:cs typeface="Arial"/>
                        </a:rPr>
                        <a:t>Hours</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263D"/>
                    </a:solidFill>
                  </a:tcPr>
                </a:tc>
              </a:tr>
              <a:tr h="714375">
                <a:tc>
                  <a:txBody>
                    <a:bodyPr lIns="152400" tIns="95250" rIns="152400" bIns="95250">
                      <a:noAutofit/>
                    </a:bodyPr>
                    <a:lstStyle/>
                    <a:p>
                      <a:r>
                        <a:rPr sz="1800" b="0">
                          <a:solidFill>
                            <a:srgbClr val="253447"/>
                          </a:solidFill>
                          <a:latin typeface="Arial"/>
                          <a:ea typeface="Arial"/>
                          <a:cs typeface="Arial"/>
                        </a:rPr>
                        <a:t>[Capture task 1]</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c>
                  <a:txBody>
                    <a:bodyPr lIns="152400" tIns="95250" rIns="152400" bIns="95250">
                      <a:noAutofit/>
                    </a:bodyPr>
                    <a:lstStyle/>
                    <a:p>
                      <a:r>
                        <a:rPr sz="1800" b="0">
                          <a:solidFill>
                            <a:srgbClr val="253447"/>
                          </a:solidFill>
                          <a:latin typeface="Arial"/>
                          <a:ea typeface="Arial"/>
                          <a:cs typeface="Arial"/>
                        </a:rPr>
                        <a:t>[Hours]</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r>
              <a:tr h="714375">
                <a:tc>
                  <a:txBody>
                    <a:bodyPr lIns="152400" tIns="95250" rIns="152400" bIns="95250">
                      <a:noAutofit/>
                    </a:bodyPr>
                    <a:lstStyle/>
                    <a:p>
                      <a:r>
                        <a:rPr sz="1800" b="0">
                          <a:solidFill>
                            <a:srgbClr val="253447"/>
                          </a:solidFill>
                          <a:latin typeface="Arial"/>
                          <a:ea typeface="Arial"/>
                          <a:cs typeface="Arial"/>
                        </a:rPr>
                        <a:t>[Capture task 2]</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lIns="152400" tIns="95250" rIns="152400" bIns="95250">
                      <a:noAutofit/>
                    </a:bodyPr>
                    <a:lstStyle/>
                    <a:p>
                      <a:r>
                        <a:rPr sz="1800" b="0">
                          <a:solidFill>
                            <a:srgbClr val="253447"/>
                          </a:solidFill>
                          <a:latin typeface="Arial"/>
                          <a:ea typeface="Arial"/>
                          <a:cs typeface="Arial"/>
                        </a:rPr>
                        <a:t>[Hours]</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r>
              <a:tr h="714375">
                <a:tc>
                  <a:txBody>
                    <a:bodyPr lIns="152400" tIns="95250" rIns="152400" bIns="95250">
                      <a:noAutofit/>
                    </a:bodyPr>
                    <a:lstStyle/>
                    <a:p>
                      <a:r>
                        <a:rPr sz="1800" b="0">
                          <a:solidFill>
                            <a:srgbClr val="253447"/>
                          </a:solidFill>
                          <a:latin typeface="Arial"/>
                          <a:ea typeface="Arial"/>
                          <a:cs typeface="Arial"/>
                        </a:rPr>
                        <a:t>[Capture task 3]</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c>
                  <a:txBody>
                    <a:bodyPr lIns="152400" tIns="95250" rIns="152400" bIns="95250">
                      <a:noAutofit/>
                    </a:bodyPr>
                    <a:lstStyle/>
                    <a:p>
                      <a:r>
                        <a:rPr sz="1800" b="0">
                          <a:solidFill>
                            <a:srgbClr val="253447"/>
                          </a:solidFill>
                          <a:latin typeface="Arial"/>
                          <a:ea typeface="Arial"/>
                          <a:cs typeface="Arial"/>
                        </a:rPr>
                        <a:t>[Hours]</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r>
              <a:tr h="714375">
                <a:tc>
                  <a:txBody>
                    <a:bodyPr lIns="152400" tIns="95250" rIns="152400" bIns="95250">
                      <a:noAutofit/>
                    </a:bodyPr>
                    <a:lstStyle/>
                    <a:p>
                      <a:r>
                        <a:rPr sz="1800" b="0">
                          <a:solidFill>
                            <a:srgbClr val="253447"/>
                          </a:solidFill>
                          <a:latin typeface="Arial"/>
                          <a:ea typeface="Arial"/>
                          <a:cs typeface="Arial"/>
                        </a:rPr>
                        <a:t>Total</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lIns="152400" tIns="95250" rIns="152400" bIns="95250">
                      <a:noAutofit/>
                    </a:bodyPr>
                    <a:lstStyle/>
                    <a:p>
                      <a:r>
                        <a:rPr sz="1800" b="0">
                          <a:solidFill>
                            <a:srgbClr val="253447"/>
                          </a:solidFill>
                          <a:latin typeface="Arial"/>
                          <a:ea typeface="Arial"/>
                          <a:cs typeface="Arial"/>
                        </a:rPr>
                        <a:t>[Total]</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r>
            </a:tbl>
          </a:graphicData>
        </a:graphic>
      </p:graphicFrame>
      <p:sp>
        <p:nvSpPr>
          <p:cNvPr id="8" name="contract-value-limit">
            <a:extLst xmlns:a="http://schemas.openxmlformats.org/drawingml/2006/main">
              <a:ext uri="{FF2B5EF4-FFF2-40B4-BE49-F238E27FC236}">
                <a16:creationId xmlns:a16="http://schemas.microsoft.com/office/drawing/2014/main" id="{2E0B4E70-0282-41F0-97EA-AB5E712C48D8}"/>
              </a:ext>
            </a:extLst>
          </p:cNvPr>
          <p:cNvSpPr>
            <a:spLocks xmlns:a="http://schemas.openxmlformats.org/drawingml/2006/main" noGrp="1"/>
          </p:cNvSpPr>
          <p:nvPr/>
        </p:nvSpPr>
        <p:spPr>
          <a:xfrm xmlns:a="http://schemas.openxmlformats.org/drawingml/2006/main">
            <a:off x="685800" y="576262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[Contract value or specific limit — source]</a:t>
            </a:r>
          </a:p>
        </p:txBody>
      </p:sp>
      <p:sp>
        <p:nvSpPr>
          <p:cNvPr id="9" name="">
            <a:extLst xmlns:a="http://schemas.openxmlformats.org/drawingml/2006/main">
              <a:ext uri="{FF2B5EF4-FFF2-40B4-BE49-F238E27FC236}">
                <a16:creationId xmlns:a16="http://schemas.microsoft.com/office/drawing/2014/main" id="{07E8E245-9E53-4E93-B465-E9F6980DF417}"/>
              </a:ext>
            </a:extLst>
          </p:cNvPr>
          <p:cNvSpPr>
            <a:spLocks xmlns:a="http://schemas.openxmlformats.org/drawingml/2006/main" noGrp="1"/>
          </p:cNvSpPr>
          <p:nvPr/>
        </p:nvSpPr>
        <p:spPr>
          <a:xfrm xmlns:a="http://schemas.openxmlformats.org/drawingml/2006/main">
            <a:off x="685800" y="61150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10" name="source-reference">
            <a:extLst xmlns:a="http://schemas.openxmlformats.org/drawingml/2006/main">
              <a:ext uri="{FF2B5EF4-FFF2-40B4-BE49-F238E27FC236}">
                <a16:creationId xmlns:a16="http://schemas.microsoft.com/office/drawing/2014/main" id="{20AA0BA7-7C6D-4E7D-A6D8-2B710D7F9069}"/>
              </a:ext>
            </a:extLst>
          </p:cNvPr>
          <p:cNvSpPr>
            <a:spLocks xmlns:a="http://schemas.openxmlformats.org/drawingml/2006/main" noGrp="1"/>
          </p:cNvSpPr>
          <p:nvPr/>
        </p:nvSpPr>
        <p:spPr>
          <a:xfrm xmlns:a="http://schemas.openxmlformats.org/drawingml/2006/main">
            <a:off x="685800" y="6286500"/>
            <a:ext cx="976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[Internal cost basis and contract economics sources]</a:t>
            </a:r>
          </a:p>
        </p:txBody>
      </p:sp>
      <p:sp>
        <p:nvSpPr>
          <p:cNvPr id="11" name="slide-number">
            <a:extLst xmlns:a="http://schemas.openxmlformats.org/drawingml/2006/main">
              <a:ext uri="{FF2B5EF4-FFF2-40B4-BE49-F238E27FC236}">
                <a16:creationId xmlns:a16="http://schemas.microsoft.com/office/drawing/2014/main" id="{759DD6E5-523C-4AA9-9FF3-2B681A8106D9}"/>
              </a:ext>
            </a:extLst>
          </p:cNvPr>
          <p:cNvSpPr>
            <a:spLocks xmlns:a="http://schemas.openxmlformats.org/drawingml/2006/main" noGrp="1"/>
          </p:cNvSpPr>
          <p:nvPr/>
        </p:nvSpPr>
        <p:spPr>
          <a:xfrm xmlns:a="http://schemas.openxmlformats.org/drawingml/2006/main">
            <a:off x="10839450" y="62865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516174"/>
                </a:solidFill>
                <a:latin typeface="Arial"/>
                <a:ea typeface="Arial"/>
                <a:cs typeface="Arial"/>
              </a:defRPr>
            </a:pPr>
            <a:r>
              <a:rPr sz="1800" b="0">
                <a:solidFill>
                  <a:srgbClr val="516174"/>
                </a:solidFill>
                <a:latin typeface="Arial"/>
                <a:ea typeface="Arial"/>
                <a:cs typeface="Arial"/>
              </a:rPr>
              <a:t>6 / 8</a:t>
            </a:r>
          </a:p>
        </p:txBody>
      </p:sp>
    </p:spTree>
    <p:extLst>
      <p:ext uri="{BB962C8B-B14F-4D97-AF65-F5344CB8AC3E}">
        <p14:creationId xmlns:p14="http://schemas.microsoft.com/office/powerpoint/2010/main" val="153909893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EF65D422-EB73-4FE9-9EA2-4615B0464AB6}"/>
              </a:ext>
            </a:extLst>
          </p:cNvPr>
          <p:cNvSpPr>
            <a:spLocks xmlns:a="http://schemas.openxmlformats.org/drawingml/2006/main" noGrp="1"/>
          </p:cNvSpPr>
          <p:nvPr/>
        </p:nvSpPr>
        <p:spPr>
          <a:xfrm xmlns:a="http://schemas.openxmlformats.org/drawingml/2006/main">
            <a:off x="685800" y="4381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63D"/>
                </a:solidFill>
                <a:latin typeface="Arial"/>
                <a:ea typeface="Arial"/>
                <a:cs typeface="Arial"/>
              </a:defRPr>
            </a:pPr>
            <a:r>
              <a:rPr sz="3300" b="1">
                <a:solidFill>
                  <a:srgbClr val="17263D"/>
                </a:solidFill>
                <a:latin typeface="Arial"/>
                <a:ea typeface="Arial"/>
                <a:cs typeface="Arial"/>
              </a:rPr>
              <a:t>Pursuit risks</a:t>
            </a:r>
          </a:p>
        </p:txBody>
      </p:sp>
      <p:sp>
        <p:nvSpPr>
          <p:cNvPr id="2" name="slide-lead">
            <a:extLst xmlns:a="http://schemas.openxmlformats.org/drawingml/2006/main">
              <a:ext uri="{FF2B5EF4-FFF2-40B4-BE49-F238E27FC236}">
                <a16:creationId xmlns:a16="http://schemas.microsoft.com/office/drawing/2014/main" id="{C0F9917C-B3E2-4D29-8791-1AF6F124BFE0}"/>
              </a:ext>
            </a:extLst>
          </p:cNvPr>
          <p:cNvSpPr>
            <a:spLocks xmlns:a="http://schemas.openxmlformats.org/drawingml/2006/main" noGrp="1"/>
          </p:cNvSpPr>
          <p:nvPr/>
        </p:nvSpPr>
        <p:spPr>
          <a:xfrm xmlns:a="http://schemas.openxmlformats.org/drawingml/2006/main">
            <a:off x="685800" y="11715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Arial"/>
                <a:ea typeface="Arial"/>
                <a:cs typeface="Arial"/>
              </a:defRPr>
            </a:pPr>
            <a:r>
              <a:rPr sz="1950" b="0">
                <a:solidFill>
                  <a:srgbClr val="516174"/>
                </a:solidFill>
                <a:latin typeface="Arial"/>
                <a:ea typeface="Arial"/>
                <a:cs typeface="Arial"/>
              </a:rPr>
              <a:t>[Risks that could change the pursuit or delivery role]</a:t>
            </a:r>
          </a:p>
        </p:txBody>
      </p:sp>
      <p:sp>
        <p:nvSpPr>
          <p:cNvPr id="3" name="">
            <a:extLst xmlns:a="http://schemas.openxmlformats.org/drawingml/2006/main">
              <a:ext uri="{FF2B5EF4-FFF2-40B4-BE49-F238E27FC236}">
                <a16:creationId xmlns:a16="http://schemas.microsoft.com/office/drawing/2014/main" id="{FA6BBAF7-7A5F-4B58-8B1A-59CF028E47E4}"/>
              </a:ext>
            </a:extLst>
          </p:cNvPr>
          <p:cNvSpPr>
            <a:spLocks xmlns:a="http://schemas.openxmlformats.org/drawingml/2006/main" noGrp="1"/>
          </p:cNvSpPr>
          <p:nvPr/>
        </p:nvSpPr>
        <p:spPr>
          <a:xfrm xmlns:a="http://schemas.openxmlformats.org/drawingml/2006/main">
            <a:off x="685800" y="21145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4" name="placeholder-1-risk">
            <a:extLst xmlns:a="http://schemas.openxmlformats.org/drawingml/2006/main">
              <a:ext uri="{FF2B5EF4-FFF2-40B4-BE49-F238E27FC236}">
                <a16:creationId xmlns:a16="http://schemas.microsoft.com/office/drawing/2014/main" id="{7E24B351-2C48-4CD3-AC7C-B96658311A9F}"/>
              </a:ext>
            </a:extLst>
          </p:cNvPr>
          <p:cNvSpPr>
            <a:spLocks xmlns:a="http://schemas.openxmlformats.org/drawingml/2006/main" noGrp="1"/>
          </p:cNvSpPr>
          <p:nvPr/>
        </p:nvSpPr>
        <p:spPr>
          <a:xfrm xmlns:a="http://schemas.openxmlformats.org/drawingml/2006/main">
            <a:off x="685800" y="227647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63D"/>
                </a:solidFill>
                <a:latin typeface="Arial"/>
                <a:ea typeface="Arial"/>
                <a:cs typeface="Arial"/>
              </a:defRPr>
            </a:pPr>
            <a:r>
              <a:rPr sz="2100" b="1">
                <a:solidFill>
                  <a:srgbClr val="17263D"/>
                </a:solidFill>
                <a:latin typeface="Arial"/>
                <a:ea typeface="Arial"/>
                <a:cs typeface="Arial"/>
              </a:rPr>
              <a:t>[Risk 1]</a:t>
            </a:r>
          </a:p>
        </p:txBody>
      </p:sp>
      <p:sp>
        <p:nvSpPr>
          <p:cNvPr id="5" name="placeholder-1-impact">
            <a:extLst xmlns:a="http://schemas.openxmlformats.org/drawingml/2006/main">
              <a:ext uri="{FF2B5EF4-FFF2-40B4-BE49-F238E27FC236}">
                <a16:creationId xmlns:a16="http://schemas.microsoft.com/office/drawing/2014/main" id="{16E235AF-7837-43C5-ABE5-7C3CC218AD4A}"/>
              </a:ext>
            </a:extLst>
          </p:cNvPr>
          <p:cNvSpPr>
            <a:spLocks xmlns:a="http://schemas.openxmlformats.org/drawingml/2006/main" noGrp="1"/>
          </p:cNvSpPr>
          <p:nvPr/>
        </p:nvSpPr>
        <p:spPr>
          <a:xfrm xmlns:a="http://schemas.openxmlformats.org/drawingml/2006/main">
            <a:off x="685800" y="2733675"/>
            <a:ext cx="51339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[Effect on the pursuit or delivery plan]</a:t>
            </a:r>
          </a:p>
        </p:txBody>
      </p:sp>
      <p:sp>
        <p:nvSpPr>
          <p:cNvPr id="6" name="placeholder-1-response">
            <a:extLst xmlns:a="http://schemas.openxmlformats.org/drawingml/2006/main">
              <a:ext uri="{FF2B5EF4-FFF2-40B4-BE49-F238E27FC236}">
                <a16:creationId xmlns:a16="http://schemas.microsoft.com/office/drawing/2014/main" id="{CC4DFF15-60D3-46B2-B934-BB3A245EDF3B}"/>
              </a:ext>
            </a:extLst>
          </p:cNvPr>
          <p:cNvSpPr>
            <a:spLocks xmlns:a="http://schemas.openxmlformats.org/drawingml/2006/main" noGrp="1"/>
          </p:cNvSpPr>
          <p:nvPr/>
        </p:nvSpPr>
        <p:spPr>
          <a:xfrm xmlns:a="http://schemas.openxmlformats.org/drawingml/2006/main">
            <a:off x="6248400" y="2733675"/>
            <a:ext cx="5257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47D80"/>
                </a:solidFill>
                <a:latin typeface="Arial"/>
                <a:ea typeface="Arial"/>
                <a:cs typeface="Arial"/>
              </a:defRPr>
            </a:pPr>
            <a:r>
              <a:rPr sz="1800" b="0">
                <a:solidFill>
                  <a:srgbClr val="247D80"/>
                </a:solidFill>
                <a:latin typeface="Arial"/>
                <a:ea typeface="Arial"/>
                <a:cs typeface="Arial"/>
              </a:rPr>
              <a:t>[Evidence or action needed]</a:t>
            </a:r>
          </a:p>
        </p:txBody>
      </p:sp>
      <p:sp>
        <p:nvSpPr>
          <p:cNvPr id="7" name="">
            <a:extLst xmlns:a="http://schemas.openxmlformats.org/drawingml/2006/main">
              <a:ext uri="{FF2B5EF4-FFF2-40B4-BE49-F238E27FC236}">
                <a16:creationId xmlns:a16="http://schemas.microsoft.com/office/drawing/2014/main" id="{7894BFBC-9072-4D67-A76A-0C636643A895}"/>
              </a:ext>
            </a:extLst>
          </p:cNvPr>
          <p:cNvSpPr>
            <a:spLocks xmlns:a="http://schemas.openxmlformats.org/drawingml/2006/main" noGrp="1"/>
          </p:cNvSpPr>
          <p:nvPr/>
        </p:nvSpPr>
        <p:spPr>
          <a:xfrm xmlns:a="http://schemas.openxmlformats.org/drawingml/2006/main">
            <a:off x="685800" y="33718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8" name="placeholder-2-risk">
            <a:extLst xmlns:a="http://schemas.openxmlformats.org/drawingml/2006/main">
              <a:ext uri="{FF2B5EF4-FFF2-40B4-BE49-F238E27FC236}">
                <a16:creationId xmlns:a16="http://schemas.microsoft.com/office/drawing/2014/main" id="{BE7FA975-FF80-4457-A991-461A9617FBAE}"/>
              </a:ext>
            </a:extLst>
          </p:cNvPr>
          <p:cNvSpPr>
            <a:spLocks xmlns:a="http://schemas.openxmlformats.org/drawingml/2006/main" noGrp="1"/>
          </p:cNvSpPr>
          <p:nvPr/>
        </p:nvSpPr>
        <p:spPr>
          <a:xfrm xmlns:a="http://schemas.openxmlformats.org/drawingml/2006/main">
            <a:off x="685800" y="353377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63D"/>
                </a:solidFill>
                <a:latin typeface="Arial"/>
                <a:ea typeface="Arial"/>
                <a:cs typeface="Arial"/>
              </a:defRPr>
            </a:pPr>
            <a:r>
              <a:rPr sz="2100" b="1">
                <a:solidFill>
                  <a:srgbClr val="17263D"/>
                </a:solidFill>
                <a:latin typeface="Arial"/>
                <a:ea typeface="Arial"/>
                <a:cs typeface="Arial"/>
              </a:rPr>
              <a:t>[Risk 2]</a:t>
            </a:r>
          </a:p>
        </p:txBody>
      </p:sp>
      <p:sp>
        <p:nvSpPr>
          <p:cNvPr id="9" name="placeholder-2-impact">
            <a:extLst xmlns:a="http://schemas.openxmlformats.org/drawingml/2006/main">
              <a:ext uri="{FF2B5EF4-FFF2-40B4-BE49-F238E27FC236}">
                <a16:creationId xmlns:a16="http://schemas.microsoft.com/office/drawing/2014/main" id="{BE8F3863-4339-43D5-9247-7758B5474FCA}"/>
              </a:ext>
            </a:extLst>
          </p:cNvPr>
          <p:cNvSpPr>
            <a:spLocks xmlns:a="http://schemas.openxmlformats.org/drawingml/2006/main" noGrp="1"/>
          </p:cNvSpPr>
          <p:nvPr/>
        </p:nvSpPr>
        <p:spPr>
          <a:xfrm xmlns:a="http://schemas.openxmlformats.org/drawingml/2006/main">
            <a:off x="685800" y="3990975"/>
            <a:ext cx="51339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[Effect on the pursuit or delivery plan]</a:t>
            </a:r>
          </a:p>
        </p:txBody>
      </p:sp>
      <p:sp>
        <p:nvSpPr>
          <p:cNvPr id="10" name="placeholder-2-response">
            <a:extLst xmlns:a="http://schemas.openxmlformats.org/drawingml/2006/main">
              <a:ext uri="{FF2B5EF4-FFF2-40B4-BE49-F238E27FC236}">
                <a16:creationId xmlns:a16="http://schemas.microsoft.com/office/drawing/2014/main" id="{0778C510-A2D6-4F93-B817-00BFB59175C9}"/>
              </a:ext>
            </a:extLst>
          </p:cNvPr>
          <p:cNvSpPr>
            <a:spLocks xmlns:a="http://schemas.openxmlformats.org/drawingml/2006/main" noGrp="1"/>
          </p:cNvSpPr>
          <p:nvPr/>
        </p:nvSpPr>
        <p:spPr>
          <a:xfrm xmlns:a="http://schemas.openxmlformats.org/drawingml/2006/main">
            <a:off x="6248400" y="3990975"/>
            <a:ext cx="5257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47D80"/>
                </a:solidFill>
                <a:latin typeface="Arial"/>
                <a:ea typeface="Arial"/>
                <a:cs typeface="Arial"/>
              </a:defRPr>
            </a:pPr>
            <a:r>
              <a:rPr sz="1800" b="0">
                <a:solidFill>
                  <a:srgbClr val="247D80"/>
                </a:solidFill>
                <a:latin typeface="Arial"/>
                <a:ea typeface="Arial"/>
                <a:cs typeface="Arial"/>
              </a:rPr>
              <a:t>[Evidence or action needed]</a:t>
            </a:r>
          </a:p>
        </p:txBody>
      </p:sp>
      <p:sp>
        <p:nvSpPr>
          <p:cNvPr id="11" name="">
            <a:extLst xmlns:a="http://schemas.openxmlformats.org/drawingml/2006/main">
              <a:ext uri="{FF2B5EF4-FFF2-40B4-BE49-F238E27FC236}">
                <a16:creationId xmlns:a16="http://schemas.microsoft.com/office/drawing/2014/main" id="{4EDC1B07-081C-4642-B7FC-09569FD4D48B}"/>
              </a:ext>
            </a:extLst>
          </p:cNvPr>
          <p:cNvSpPr>
            <a:spLocks xmlns:a="http://schemas.openxmlformats.org/drawingml/2006/main" noGrp="1"/>
          </p:cNvSpPr>
          <p:nvPr/>
        </p:nvSpPr>
        <p:spPr>
          <a:xfrm xmlns:a="http://schemas.openxmlformats.org/drawingml/2006/main">
            <a:off x="685800" y="46291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12" name="placeholder-3-risk">
            <a:extLst xmlns:a="http://schemas.openxmlformats.org/drawingml/2006/main">
              <a:ext uri="{FF2B5EF4-FFF2-40B4-BE49-F238E27FC236}">
                <a16:creationId xmlns:a16="http://schemas.microsoft.com/office/drawing/2014/main" id="{B6C3DA94-E292-4863-99CB-D881F4C30A9C}"/>
              </a:ext>
            </a:extLst>
          </p:cNvPr>
          <p:cNvSpPr>
            <a:spLocks xmlns:a="http://schemas.openxmlformats.org/drawingml/2006/main" noGrp="1"/>
          </p:cNvSpPr>
          <p:nvPr/>
        </p:nvSpPr>
        <p:spPr>
          <a:xfrm xmlns:a="http://schemas.openxmlformats.org/drawingml/2006/main">
            <a:off x="685800" y="479107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63D"/>
                </a:solidFill>
                <a:latin typeface="Arial"/>
                <a:ea typeface="Arial"/>
                <a:cs typeface="Arial"/>
              </a:defRPr>
            </a:pPr>
            <a:r>
              <a:rPr sz="2100" b="1">
                <a:solidFill>
                  <a:srgbClr val="17263D"/>
                </a:solidFill>
                <a:latin typeface="Arial"/>
                <a:ea typeface="Arial"/>
                <a:cs typeface="Arial"/>
              </a:rPr>
              <a:t>[Risk 3]</a:t>
            </a:r>
          </a:p>
        </p:txBody>
      </p:sp>
      <p:sp>
        <p:nvSpPr>
          <p:cNvPr id="13" name="placeholder-3-impact">
            <a:extLst xmlns:a="http://schemas.openxmlformats.org/drawingml/2006/main">
              <a:ext uri="{FF2B5EF4-FFF2-40B4-BE49-F238E27FC236}">
                <a16:creationId xmlns:a16="http://schemas.microsoft.com/office/drawing/2014/main" id="{49E72BE6-1DAA-4028-A3E9-7E20A2F439BC}"/>
              </a:ext>
            </a:extLst>
          </p:cNvPr>
          <p:cNvSpPr>
            <a:spLocks xmlns:a="http://schemas.openxmlformats.org/drawingml/2006/main" noGrp="1"/>
          </p:cNvSpPr>
          <p:nvPr/>
        </p:nvSpPr>
        <p:spPr>
          <a:xfrm xmlns:a="http://schemas.openxmlformats.org/drawingml/2006/main">
            <a:off x="685800" y="5248275"/>
            <a:ext cx="51339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[Effect on the pursuit or delivery plan]</a:t>
            </a:r>
          </a:p>
        </p:txBody>
      </p:sp>
      <p:sp>
        <p:nvSpPr>
          <p:cNvPr id="14" name="placeholder-3-response">
            <a:extLst xmlns:a="http://schemas.openxmlformats.org/drawingml/2006/main">
              <a:ext uri="{FF2B5EF4-FFF2-40B4-BE49-F238E27FC236}">
                <a16:creationId xmlns:a16="http://schemas.microsoft.com/office/drawing/2014/main" id="{FE81D0F7-2F95-4CA4-A1B3-B671EC70FBF6}"/>
              </a:ext>
            </a:extLst>
          </p:cNvPr>
          <p:cNvSpPr>
            <a:spLocks xmlns:a="http://schemas.openxmlformats.org/drawingml/2006/main" noGrp="1"/>
          </p:cNvSpPr>
          <p:nvPr/>
        </p:nvSpPr>
        <p:spPr>
          <a:xfrm xmlns:a="http://schemas.openxmlformats.org/drawingml/2006/main">
            <a:off x="6248400" y="5248275"/>
            <a:ext cx="5257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47D80"/>
                </a:solidFill>
                <a:latin typeface="Arial"/>
                <a:ea typeface="Arial"/>
                <a:cs typeface="Arial"/>
              </a:defRPr>
            </a:pPr>
            <a:r>
              <a:rPr sz="1800" b="0">
                <a:solidFill>
                  <a:srgbClr val="247D80"/>
                </a:solidFill>
                <a:latin typeface="Arial"/>
                <a:ea typeface="Arial"/>
                <a:cs typeface="Arial"/>
              </a:rPr>
              <a:t>[Evidence or action needed]</a:t>
            </a:r>
          </a:p>
        </p:txBody>
      </p:sp>
      <p:sp>
        <p:nvSpPr>
          <p:cNvPr id="15" name="">
            <a:extLst xmlns:a="http://schemas.openxmlformats.org/drawingml/2006/main">
              <a:ext uri="{FF2B5EF4-FFF2-40B4-BE49-F238E27FC236}">
                <a16:creationId xmlns:a16="http://schemas.microsoft.com/office/drawing/2014/main" id="{EB609EC9-0AE4-4E3A-AC6E-B9544BE285F6}"/>
              </a:ext>
            </a:extLst>
          </p:cNvPr>
          <p:cNvSpPr>
            <a:spLocks xmlns:a="http://schemas.openxmlformats.org/drawingml/2006/main" noGrp="1"/>
          </p:cNvSpPr>
          <p:nvPr/>
        </p:nvSpPr>
        <p:spPr>
          <a:xfrm xmlns:a="http://schemas.openxmlformats.org/drawingml/2006/main">
            <a:off x="685800" y="61150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16" name="source-reference">
            <a:extLst xmlns:a="http://schemas.openxmlformats.org/drawingml/2006/main">
              <a:ext uri="{FF2B5EF4-FFF2-40B4-BE49-F238E27FC236}">
                <a16:creationId xmlns:a16="http://schemas.microsoft.com/office/drawing/2014/main" id="{B7B4365C-EB85-4884-B417-B5AD7D5A967D}"/>
              </a:ext>
            </a:extLst>
          </p:cNvPr>
          <p:cNvSpPr>
            <a:spLocks xmlns:a="http://schemas.openxmlformats.org/drawingml/2006/main" noGrp="1"/>
          </p:cNvSpPr>
          <p:nvPr/>
        </p:nvSpPr>
        <p:spPr>
          <a:xfrm xmlns:a="http://schemas.openxmlformats.org/drawingml/2006/main">
            <a:off x="685800" y="6286500"/>
            <a:ext cx="976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[Source evidence and company risk assumptions]</a:t>
            </a:r>
          </a:p>
        </p:txBody>
      </p:sp>
      <p:sp>
        <p:nvSpPr>
          <p:cNvPr id="17" name="slide-number">
            <a:extLst xmlns:a="http://schemas.openxmlformats.org/drawingml/2006/main">
              <a:ext uri="{FF2B5EF4-FFF2-40B4-BE49-F238E27FC236}">
                <a16:creationId xmlns:a16="http://schemas.microsoft.com/office/drawing/2014/main" id="{589CDD08-1301-4DC2-BFA9-0B087664C1CE}"/>
              </a:ext>
            </a:extLst>
          </p:cNvPr>
          <p:cNvSpPr>
            <a:spLocks xmlns:a="http://schemas.openxmlformats.org/drawingml/2006/main" noGrp="1"/>
          </p:cNvSpPr>
          <p:nvPr/>
        </p:nvSpPr>
        <p:spPr>
          <a:xfrm xmlns:a="http://schemas.openxmlformats.org/drawingml/2006/main">
            <a:off x="10839450" y="62865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516174"/>
                </a:solidFill>
                <a:latin typeface="Arial"/>
                <a:ea typeface="Arial"/>
                <a:cs typeface="Arial"/>
              </a:defRPr>
            </a:pPr>
            <a:r>
              <a:rPr sz="1800" b="0">
                <a:solidFill>
                  <a:srgbClr val="516174"/>
                </a:solidFill>
                <a:latin typeface="Arial"/>
                <a:ea typeface="Arial"/>
                <a:cs typeface="Arial"/>
              </a:rPr>
              <a:t>7 / 8</a:t>
            </a:r>
          </a:p>
        </p:txBody>
      </p:sp>
    </p:spTree>
    <p:extLst>
      <p:ext uri="{BB962C8B-B14F-4D97-AF65-F5344CB8AC3E}">
        <p14:creationId xmlns:p14="http://schemas.microsoft.com/office/powerpoint/2010/main" val="4850095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CFF50F41-4F9C-4BC1-BCFD-2096A58ABD16}"/>
              </a:ext>
            </a:extLst>
          </p:cNvPr>
          <p:cNvSpPr>
            <a:spLocks xmlns:a="http://schemas.openxmlformats.org/drawingml/2006/main" noGrp="1"/>
          </p:cNvSpPr>
          <p:nvPr/>
        </p:nvSpPr>
        <p:spPr>
          <a:xfrm xmlns:a="http://schemas.openxmlformats.org/drawingml/2006/main">
            <a:off x="685800" y="4381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63D"/>
                </a:solidFill>
                <a:latin typeface="Arial"/>
                <a:ea typeface="Arial"/>
                <a:cs typeface="Arial"/>
              </a:defRPr>
            </a:pPr>
            <a:r>
              <a:rPr sz="3300" b="1">
                <a:solidFill>
                  <a:srgbClr val="17263D"/>
                </a:solidFill>
                <a:latin typeface="Arial"/>
                <a:ea typeface="Arial"/>
                <a:cs typeface="Arial"/>
              </a:rPr>
              <a:t>Next actions</a:t>
            </a:r>
          </a:p>
        </p:txBody>
      </p:sp>
      <p:sp>
        <p:nvSpPr>
          <p:cNvPr id="2" name="slide-lead">
            <a:extLst xmlns:a="http://schemas.openxmlformats.org/drawingml/2006/main">
              <a:ext uri="{FF2B5EF4-FFF2-40B4-BE49-F238E27FC236}">
                <a16:creationId xmlns:a16="http://schemas.microsoft.com/office/drawing/2014/main" id="{51676235-4A23-4ACB-B51D-64060C834F86}"/>
              </a:ext>
            </a:extLst>
          </p:cNvPr>
          <p:cNvSpPr>
            <a:spLocks xmlns:a="http://schemas.openxmlformats.org/drawingml/2006/main" noGrp="1"/>
          </p:cNvSpPr>
          <p:nvPr/>
        </p:nvSpPr>
        <p:spPr>
          <a:xfrm xmlns:a="http://schemas.openxmlformats.org/drawingml/2006/main">
            <a:off x="685800" y="11715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Arial"/>
                <a:ea typeface="Arial"/>
                <a:cs typeface="Arial"/>
              </a:defRPr>
            </a:pPr>
            <a:r>
              <a:rPr sz="1950" b="0">
                <a:solidFill>
                  <a:srgbClr val="516174"/>
                </a:solidFill>
                <a:latin typeface="Arial"/>
                <a:ea typeface="Arial"/>
                <a:cs typeface="Arial"/>
              </a:rPr>
              <a:t>[What leadership will need at the next decision checkpoint]</a:t>
            </a:r>
          </a:p>
        </p:txBody>
      </p:sp>
      <p:graphicFrame>
        <p:nvGraphicFramePr>
          <p:cNvPr id="10" name=""/>
          <p:cNvGraphicFramePr/>
          <p:nvPr/>
        </p:nvGraphicFramePr>
        <p:xfrm>
          <a:off xmlns:a="http://schemas.openxmlformats.org/drawingml/2006/main" x="685800" y="2066925"/>
          <a:ext xmlns:a="http://schemas.openxmlformats.org/drawingml/2006/main" cx="10820400" cy="3390900"/>
        </p:xfrm>
        <a:graphic xmlns:a="http://schemas.openxmlformats.org/drawingml/2006/main">
          <a:graphicData uri="http://schemas.openxmlformats.org/drawingml/2006/table">
            <a:tbl>
              <a:tblPr firstRow="1" bandRow="0"/>
              <a:tblGrid>
                <a:gridCol w="7829550"/>
                <a:gridCol w="2990850"/>
              </a:tblGrid>
              <a:tr h="533400">
                <a:tc>
                  <a:txBody>
                    <a:bodyPr lIns="152400" tIns="95250" rIns="152400" bIns="95250">
                      <a:noAutofit/>
                    </a:bodyPr>
                    <a:lstStyle/>
                    <a:p>
                      <a:r>
                        <a:rPr sz="1800" b="1">
                          <a:solidFill>
                            <a:srgbClr val="FFFFFF"/>
                          </a:solidFill>
                          <a:latin typeface="Arial"/>
                          <a:ea typeface="Arial"/>
                          <a:cs typeface="Arial"/>
                        </a:rPr>
                        <a:t>Action</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263D"/>
                    </a:solidFill>
                  </a:tcPr>
                </a:tc>
                <a:tc>
                  <a:txBody>
                    <a:bodyPr lIns="152400" tIns="95250" rIns="152400" bIns="95250">
                      <a:noAutofit/>
                    </a:bodyPr>
                    <a:lstStyle/>
                    <a:p>
                      <a:r>
                        <a:rPr sz="1800" b="1">
                          <a:solidFill>
                            <a:srgbClr val="FFFFFF"/>
                          </a:solidFill>
                          <a:latin typeface="Arial"/>
                          <a:ea typeface="Arial"/>
                          <a:cs typeface="Arial"/>
                        </a:rPr>
                        <a:t>Timing</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263D"/>
                    </a:solidFill>
                  </a:tcPr>
                </a:tc>
              </a:tr>
              <a:tr h="714375">
                <a:tc>
                  <a:txBody>
                    <a:bodyPr lIns="152400" tIns="95250" rIns="152400" bIns="95250">
                      <a:noAutofit/>
                    </a:bodyPr>
                    <a:lstStyle/>
                    <a:p>
                      <a:r>
                        <a:rPr sz="1800" b="0">
                          <a:solidFill>
                            <a:srgbClr val="253447"/>
                          </a:solidFill>
                          <a:latin typeface="Arial"/>
                          <a:ea typeface="Arial"/>
                          <a:cs typeface="Arial"/>
                        </a:rPr>
                        <a:t>[Specific action 1]</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c>
                  <a:txBody>
                    <a:bodyPr lIns="152400" tIns="95250" rIns="152400" bIns="95250">
                      <a:noAutofit/>
                    </a:bodyPr>
                    <a:lstStyle/>
                    <a:p>
                      <a:r>
                        <a:rPr sz="1800" b="0">
                          <a:solidFill>
                            <a:srgbClr val="253447"/>
                          </a:solidFill>
                          <a:latin typeface="Arial"/>
                          <a:ea typeface="Arial"/>
                          <a:cs typeface="Arial"/>
                        </a:rPr>
                        <a:t>[Timing]</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r>
              <a:tr h="714375">
                <a:tc>
                  <a:txBody>
                    <a:bodyPr lIns="152400" tIns="95250" rIns="152400" bIns="95250">
                      <a:noAutofit/>
                    </a:bodyPr>
                    <a:lstStyle/>
                    <a:p>
                      <a:r>
                        <a:rPr sz="1800" b="0">
                          <a:solidFill>
                            <a:srgbClr val="253447"/>
                          </a:solidFill>
                          <a:latin typeface="Arial"/>
                          <a:ea typeface="Arial"/>
                          <a:cs typeface="Arial"/>
                        </a:rPr>
                        <a:t>[Specific action 2]</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lIns="152400" tIns="95250" rIns="152400" bIns="95250">
                      <a:noAutofit/>
                    </a:bodyPr>
                    <a:lstStyle/>
                    <a:p>
                      <a:r>
                        <a:rPr sz="1800" b="0">
                          <a:solidFill>
                            <a:srgbClr val="253447"/>
                          </a:solidFill>
                          <a:latin typeface="Arial"/>
                          <a:ea typeface="Arial"/>
                          <a:cs typeface="Arial"/>
                        </a:rPr>
                        <a:t>[Timing]</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r>
              <a:tr h="714375">
                <a:tc>
                  <a:txBody>
                    <a:bodyPr lIns="152400" tIns="95250" rIns="152400" bIns="95250">
                      <a:noAutofit/>
                    </a:bodyPr>
                    <a:lstStyle/>
                    <a:p>
                      <a:r>
                        <a:rPr sz="1800" b="0">
                          <a:solidFill>
                            <a:srgbClr val="253447"/>
                          </a:solidFill>
                          <a:latin typeface="Arial"/>
                          <a:ea typeface="Arial"/>
                          <a:cs typeface="Arial"/>
                        </a:rPr>
                        <a:t>[Specific action 3]</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c>
                  <a:txBody>
                    <a:bodyPr lIns="152400" tIns="95250" rIns="152400" bIns="95250">
                      <a:noAutofit/>
                    </a:bodyPr>
                    <a:lstStyle/>
                    <a:p>
                      <a:r>
                        <a:rPr sz="1800" b="0">
                          <a:solidFill>
                            <a:srgbClr val="253447"/>
                          </a:solidFill>
                          <a:latin typeface="Arial"/>
                          <a:ea typeface="Arial"/>
                          <a:cs typeface="Arial"/>
                        </a:rPr>
                        <a:t>[Timing]</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r>
              <a:tr h="714375">
                <a:tc>
                  <a:txBody>
                    <a:bodyPr lIns="152400" tIns="95250" rIns="152400" bIns="95250">
                      <a:noAutofit/>
                    </a:bodyPr>
                    <a:lstStyle/>
                    <a:p>
                      <a:r>
                        <a:rPr sz="1800" b="0">
                          <a:solidFill>
                            <a:srgbClr val="253447"/>
                          </a:solidFill>
                          <a:latin typeface="Arial"/>
                          <a:ea typeface="Arial"/>
                          <a:cs typeface="Arial"/>
                        </a:rPr>
                        <a:t>[Specific action 4]</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lIns="152400" tIns="95250" rIns="152400" bIns="95250">
                      <a:noAutofit/>
                    </a:bodyPr>
                    <a:lstStyle/>
                    <a:p>
                      <a:r>
                        <a:rPr sz="1800" b="0">
                          <a:solidFill>
                            <a:srgbClr val="253447"/>
                          </a:solidFill>
                          <a:latin typeface="Arial"/>
                          <a:ea typeface="Arial"/>
                          <a:cs typeface="Arial"/>
                        </a:rPr>
                        <a:t>[Timing]</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r>
            </a:tbl>
          </a:graphicData>
        </a:graphic>
      </p:graphicFrame>
      <p:sp>
        <p:nvSpPr>
          <p:cNvPr id="4" name="next-checkpoint">
            <a:extLst xmlns:a="http://schemas.openxmlformats.org/drawingml/2006/main">
              <a:ext uri="{FF2B5EF4-FFF2-40B4-BE49-F238E27FC236}">
                <a16:creationId xmlns:a16="http://schemas.microsoft.com/office/drawing/2014/main" id="{4656171C-019C-419D-9361-9B3391A9D9CE}"/>
              </a:ext>
            </a:extLst>
          </p:cNvPr>
          <p:cNvSpPr>
            <a:spLocks xmlns:a="http://schemas.openxmlformats.org/drawingml/2006/main" noGrp="1"/>
          </p:cNvSpPr>
          <p:nvPr/>
        </p:nvSpPr>
        <p:spPr>
          <a:xfrm xmlns:a="http://schemas.openxmlformats.org/drawingml/2006/main">
            <a:off x="685800" y="567690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47D80"/>
                </a:solidFill>
                <a:latin typeface="Arial"/>
                <a:ea typeface="Arial"/>
                <a:cs typeface="Arial"/>
              </a:defRPr>
            </a:pPr>
            <a:r>
              <a:rPr sz="1950" b="1">
                <a:solidFill>
                  <a:srgbClr val="247D80"/>
                </a:solidFill>
                <a:latin typeface="Arial"/>
                <a:ea typeface="Arial"/>
                <a:cs typeface="Arial"/>
              </a:rPr>
              <a:t>[Decision checkpoint and the evidence needed]</a:t>
            </a:r>
          </a:p>
        </p:txBody>
      </p:sp>
      <p:sp>
        <p:nvSpPr>
          <p:cNvPr id="5" name="">
            <a:extLst xmlns:a="http://schemas.openxmlformats.org/drawingml/2006/main">
              <a:ext uri="{FF2B5EF4-FFF2-40B4-BE49-F238E27FC236}">
                <a16:creationId xmlns:a16="http://schemas.microsoft.com/office/drawing/2014/main" id="{F022E324-800C-432A-B789-97E6FF1B89B1}"/>
              </a:ext>
            </a:extLst>
          </p:cNvPr>
          <p:cNvSpPr>
            <a:spLocks xmlns:a="http://schemas.openxmlformats.org/drawingml/2006/main" noGrp="1"/>
          </p:cNvSpPr>
          <p:nvPr/>
        </p:nvSpPr>
        <p:spPr>
          <a:xfrm xmlns:a="http://schemas.openxmlformats.org/drawingml/2006/main">
            <a:off x="685800" y="61150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6" name="source-reference">
            <a:extLst xmlns:a="http://schemas.openxmlformats.org/drawingml/2006/main">
              <a:ext uri="{FF2B5EF4-FFF2-40B4-BE49-F238E27FC236}">
                <a16:creationId xmlns:a16="http://schemas.microsoft.com/office/drawing/2014/main" id="{50CEA2BB-AE15-408A-87D4-8FEFBE4475EE}"/>
              </a:ext>
            </a:extLst>
          </p:cNvPr>
          <p:cNvSpPr>
            <a:spLocks xmlns:a="http://schemas.openxmlformats.org/drawingml/2006/main" noGrp="1"/>
          </p:cNvSpPr>
          <p:nvPr/>
        </p:nvSpPr>
        <p:spPr>
          <a:xfrm xmlns:a="http://schemas.openxmlformats.org/drawingml/2006/main">
            <a:off x="685800" y="6286500"/>
            <a:ext cx="976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[Timing basis and controlling dates]</a:t>
            </a:r>
          </a:p>
        </p:txBody>
      </p:sp>
      <p:sp>
        <p:nvSpPr>
          <p:cNvPr id="7" name="slide-number">
            <a:extLst xmlns:a="http://schemas.openxmlformats.org/drawingml/2006/main">
              <a:ext uri="{FF2B5EF4-FFF2-40B4-BE49-F238E27FC236}">
                <a16:creationId xmlns:a16="http://schemas.microsoft.com/office/drawing/2014/main" id="{DC3FD46A-5544-40B8-A199-82570548DDC3}"/>
              </a:ext>
            </a:extLst>
          </p:cNvPr>
          <p:cNvSpPr>
            <a:spLocks xmlns:a="http://schemas.openxmlformats.org/drawingml/2006/main" noGrp="1"/>
          </p:cNvSpPr>
          <p:nvPr/>
        </p:nvSpPr>
        <p:spPr>
          <a:xfrm xmlns:a="http://schemas.openxmlformats.org/drawingml/2006/main">
            <a:off x="10839450" y="62865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516174"/>
                </a:solidFill>
                <a:latin typeface="Arial"/>
                <a:ea typeface="Arial"/>
                <a:cs typeface="Arial"/>
              </a:defRPr>
            </a:pPr>
            <a:r>
              <a:rPr sz="1800" b="0">
                <a:solidFill>
                  <a:srgbClr val="516174"/>
                </a:solidFill>
                <a:latin typeface="Arial"/>
                <a:ea typeface="Arial"/>
                <a:cs typeface="Arial"/>
              </a:rPr>
              <a:t>8 / 8</a:t>
            </a:r>
          </a:p>
        </p:txBody>
      </p:sp>
    </p:spTree>
    <p:extLst>
      <p:ext uri="{BB962C8B-B14F-4D97-AF65-F5344CB8AC3E}">
        <p14:creationId xmlns:p14="http://schemas.microsoft.com/office/powerpoint/2010/main" val="19717387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2026-09-13T19:42:09.6230000Z</dcterms:created>
  <dcterms:modified xsi:type="dcterms:W3CDTF">2026-09-13T19:42:09.6230000Z</dcterms:modified>
</coreProperties>
</file>